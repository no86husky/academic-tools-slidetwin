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" d="100"/>
          <a:sy n="11" d="100"/>
        </p:scale>
        <p:origin x="24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42B4F-9217-3CF1-D859-939496F2F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7FCB5C-1300-35D3-6AF6-624D591E8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7D02D2-F113-8871-77E7-17BCD799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05B910-071E-DC3C-D68A-BDF62825F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D574E-BC15-18BC-37B4-0F34339F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963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18B92E-D5AD-690F-E1D6-E2804A81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6FC876-24D6-1020-5BA1-6E4480BC9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1E7B42-7CAE-0F67-E5A3-39EE2086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FAC5E-DAEB-0EA9-A44C-BBFCB1D4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047011-4998-B121-EBD4-63CFF165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160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4E259-7E72-77F9-2530-AEA371CA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9BA2D8-D61E-5A2E-9CAA-F89884D99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05BD4A-865E-AFE0-8B56-0B02DBF5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51F9C0-8217-4EA7-A5C6-9F9A69F7D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E0B69-5BAB-0B7D-801B-8A9B9CF1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09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173C24-819A-DDBD-EBB5-85AA6C7B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08D8E4-3935-60F2-29D9-8212544889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9632E9-144A-EEBF-7309-80A885C8E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6CD45C-B586-7EFD-6C0D-BE13DB1C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C92435-1474-631F-790E-24389865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F6ACC2-EBDD-016C-8B99-D1FAC4CA4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77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58EDB-982D-4AC3-23F8-FB9157D44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6728E0-36DE-29C5-DEA4-88CF3FCE4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5F7B22-76CB-4DD5-BC84-1A3CE27B99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3FA911-D2B3-61E1-AF13-DF3F507B9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F35EFD-2B2C-A73B-4C2A-FC99E781E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8E65487-01C1-D8EC-0EB0-0215ECD15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65E40C-96E8-483B-CF4C-98D5E3F4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1FDA02-9F93-45D3-58BF-3A1F96DB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39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3C809D-8453-115F-3A44-6F13C7FF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FF5529-5EE0-27B9-D7DF-BB450ADB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F37824-D50B-D8F3-8921-37031486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F2B032-3F51-7115-5948-F73621AA8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176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877837-EE0C-3C08-5B96-58EB5D15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DBC4D9-D717-9E7B-DBAB-CBC476E1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C0ECE1-9640-29A5-FCA8-700F3463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670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80928-9591-8DC7-D73F-0572D27D7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48C00A-C786-F51E-EE1F-A188BD355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8E9EC6-507B-16D0-2361-6DAFECF1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40EDE5-F18F-2C03-7FD8-5841C472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07DBEB-1FB7-47C9-5225-36B440DA7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7D9034-ACC8-0C40-2B21-7C7C7A476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82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8BD80-5CEF-AF49-00F0-13509B36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A3CAA3C-FCED-F27A-C386-403E8F9D2D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9D9346-06AB-350C-6487-BC87BF43B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CDA30E-B383-6896-8F26-736095019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AABBED-5C80-C86B-108B-EE62C657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051F42-A6CA-FC6B-A398-71EA7287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0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467E7-B487-27DF-16FA-BEFDBF4B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D51219-6121-D5B9-FA35-176DD4F02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0552A-AC48-614D-AEB5-D81C6D4B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08E53-1FB4-01E4-6C4D-3E01387E7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FFA9B4-65B0-3FF5-7E66-67AC8805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9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2BEB24-228C-3ABD-8ED9-795228EB6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EB14F2-B0B0-3D2E-82E2-7891E6152B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631885-1CDD-3C75-43C2-798EEC05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794A4-45B2-2723-DAE4-F54F5A60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7A092E-CE53-D888-7D05-E1A85767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59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C7AE9E-CF3C-2C30-923E-9D300C58D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BC722-424B-73EB-96E1-BBEA4CFB0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E5B1D6-4A3C-40C4-61C6-E8FBCF4D1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07623-2B07-4773-ACB6-04F06F81F276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BECEFB-8782-9962-1832-101E5B52A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A9E48D-B55E-85E8-45CB-42E81039D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1A3CC-BED4-45F6-A7D2-F4D738B6FE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5797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background-1" descr="scene-id=slide-background-1;classification=native_shape">
            <a:extLst>
              <a:ext uri="{FF2B5EF4-FFF2-40B4-BE49-F238E27FC236}">
                <a16:creationId xmlns:a16="http://schemas.microsoft.com/office/drawing/2014/main" id="{110C301D-53F1-F099-7D10-EB4BA0A62D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bottom-banner-344" descr="scene-id=bottom-banner-344;classification=native_shape">
            <a:extLst>
              <a:ext uri="{FF2B5EF4-FFF2-40B4-BE49-F238E27FC236}">
                <a16:creationId xmlns:a16="http://schemas.microsoft.com/office/drawing/2014/main" id="{B56D44E3-9C6B-D59A-1E20-36D88DE6B16D}"/>
              </a:ext>
            </a:extLst>
          </p:cNvPr>
          <p:cNvSpPr/>
          <p:nvPr/>
        </p:nvSpPr>
        <p:spPr>
          <a:xfrm>
            <a:off x="0" y="5881409"/>
            <a:ext cx="12192000" cy="976591"/>
          </a:xfrm>
          <a:prstGeom prst="rect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logo-orange-2" descr="scene-id=logo-orange-2;classification=native_shape">
            <a:extLst>
              <a:ext uri="{FF2B5EF4-FFF2-40B4-BE49-F238E27FC236}">
                <a16:creationId xmlns:a16="http://schemas.microsoft.com/office/drawing/2014/main" id="{7913C473-00D7-59B0-3FB2-F1F2FD0FB108}"/>
              </a:ext>
            </a:extLst>
          </p:cNvPr>
          <p:cNvSpPr/>
          <p:nvPr/>
        </p:nvSpPr>
        <p:spPr>
          <a:xfrm>
            <a:off x="204172" y="123896"/>
            <a:ext cx="277091" cy="276944"/>
          </a:xfrm>
          <a:prstGeom prst="rect">
            <a:avLst/>
          </a:prstGeom>
          <a:solidFill>
            <a:srgbClr val="F26A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subtitle-band-6" descr="scene-id=subtitle-band-6;classification=native_shape">
            <a:extLst>
              <a:ext uri="{FF2B5EF4-FFF2-40B4-BE49-F238E27FC236}">
                <a16:creationId xmlns:a16="http://schemas.microsoft.com/office/drawing/2014/main" id="{EA49C53E-589E-8E0B-E89E-1C06584C5917}"/>
              </a:ext>
            </a:extLst>
          </p:cNvPr>
          <p:cNvSpPr/>
          <p:nvPr/>
        </p:nvSpPr>
        <p:spPr>
          <a:xfrm>
            <a:off x="0" y="524735"/>
            <a:ext cx="12192000" cy="473720"/>
          </a:xfrm>
          <a:prstGeom prst="rect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left-panel-17" descr="scene-id=left-panel-17;classification=native_shape" hidden="1">
            <a:extLst>
              <a:ext uri="{FF2B5EF4-FFF2-40B4-BE49-F238E27FC236}">
                <a16:creationId xmlns:a16="http://schemas.microsoft.com/office/drawing/2014/main" id="{7E08D72E-7B1A-61CA-1B0D-EAA7AFE1DEB7}"/>
              </a:ext>
            </a:extLst>
          </p:cNvPr>
          <p:cNvSpPr/>
          <p:nvPr/>
        </p:nvSpPr>
        <p:spPr>
          <a:xfrm>
            <a:off x="196880" y="1603358"/>
            <a:ext cx="2763618" cy="306095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logo-blue-3" descr="scene-id=logo-blue-3;classification=native_shape">
            <a:extLst>
              <a:ext uri="{FF2B5EF4-FFF2-40B4-BE49-F238E27FC236}">
                <a16:creationId xmlns:a16="http://schemas.microsoft.com/office/drawing/2014/main" id="{1921B5CC-FD1B-BBDF-F199-B75D70762B8C}"/>
              </a:ext>
            </a:extLst>
          </p:cNvPr>
          <p:cNvSpPr/>
          <p:nvPr/>
        </p:nvSpPr>
        <p:spPr>
          <a:xfrm>
            <a:off x="350010" y="247792"/>
            <a:ext cx="247923" cy="247791"/>
          </a:xfrm>
          <a:prstGeom prst="rect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middle-panel-23" descr="scene-id=middle-panel-23;classification=native_shape" hidden="1">
            <a:extLst>
              <a:ext uri="{FF2B5EF4-FFF2-40B4-BE49-F238E27FC236}">
                <a16:creationId xmlns:a16="http://schemas.microsoft.com/office/drawing/2014/main" id="{A3C6274F-1671-E50F-6ED1-4DA32C223B8A}"/>
              </a:ext>
            </a:extLst>
          </p:cNvPr>
          <p:cNvSpPr/>
          <p:nvPr/>
        </p:nvSpPr>
        <p:spPr>
          <a:xfrm>
            <a:off x="3113627" y="1603358"/>
            <a:ext cx="4863674" cy="306095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ight-panel-29" descr="scene-id=right-panel-29;classification=native_shape" hidden="1">
            <a:extLst>
              <a:ext uri="{FF2B5EF4-FFF2-40B4-BE49-F238E27FC236}">
                <a16:creationId xmlns:a16="http://schemas.microsoft.com/office/drawing/2014/main" id="{BBBC2C77-DED2-2A7F-E185-05DA2CF0DF30}"/>
              </a:ext>
            </a:extLst>
          </p:cNvPr>
          <p:cNvSpPr/>
          <p:nvPr/>
        </p:nvSpPr>
        <p:spPr>
          <a:xfrm>
            <a:off x="8152306" y="1603358"/>
            <a:ext cx="3850106" cy="306095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logo-plus-4" descr="scene-id=logo-plus-4;classification=native_text">
            <a:extLst>
              <a:ext uri="{FF2B5EF4-FFF2-40B4-BE49-F238E27FC236}">
                <a16:creationId xmlns:a16="http://schemas.microsoft.com/office/drawing/2014/main" id="{69367723-FB53-2537-A293-12C3036F6660}"/>
              </a:ext>
            </a:extLst>
          </p:cNvPr>
          <p:cNvSpPr txBox="1"/>
          <p:nvPr/>
        </p:nvSpPr>
        <p:spPr>
          <a:xfrm>
            <a:off x="277091" y="131184"/>
            <a:ext cx="145837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detail-row-227" descr="scene-id=detail-row-227;classification=native_shape">
            <a:extLst>
              <a:ext uri="{FF2B5EF4-FFF2-40B4-BE49-F238E27FC236}">
                <a16:creationId xmlns:a16="http://schemas.microsoft.com/office/drawing/2014/main" id="{E5FD04DA-1C00-93E2-B824-88863D5A39AA}"/>
              </a:ext>
            </a:extLst>
          </p:cNvPr>
          <p:cNvSpPr/>
          <p:nvPr/>
        </p:nvSpPr>
        <p:spPr>
          <a:xfrm>
            <a:off x="8217933" y="2033350"/>
            <a:ext cx="3718852" cy="757951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7E5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detail-row-236" descr="scene-id=detail-row-236;classification=native_shape">
            <a:extLst>
              <a:ext uri="{FF2B5EF4-FFF2-40B4-BE49-F238E27FC236}">
                <a16:creationId xmlns:a16="http://schemas.microsoft.com/office/drawing/2014/main" id="{9F6078DD-70DD-E852-DA51-F838AABC4FB9}"/>
              </a:ext>
            </a:extLst>
          </p:cNvPr>
          <p:cNvSpPr/>
          <p:nvPr/>
        </p:nvSpPr>
        <p:spPr>
          <a:xfrm>
            <a:off x="8217933" y="2835029"/>
            <a:ext cx="3718852" cy="757951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7E5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detail-row-245" descr="scene-id=detail-row-245;classification=native_shape">
            <a:extLst>
              <a:ext uri="{FF2B5EF4-FFF2-40B4-BE49-F238E27FC236}">
                <a16:creationId xmlns:a16="http://schemas.microsoft.com/office/drawing/2014/main" id="{3E258EDB-CC6D-5277-8F5A-280871316A04}"/>
              </a:ext>
            </a:extLst>
          </p:cNvPr>
          <p:cNvSpPr/>
          <p:nvPr/>
        </p:nvSpPr>
        <p:spPr>
          <a:xfrm>
            <a:off x="8217933" y="3702300"/>
            <a:ext cx="3718852" cy="896422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7E5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flow-card-261" descr="scene-id=flow-card-261;classification=native_shape">
            <a:extLst>
              <a:ext uri="{FF2B5EF4-FFF2-40B4-BE49-F238E27FC236}">
                <a16:creationId xmlns:a16="http://schemas.microsoft.com/office/drawing/2014/main" id="{AA2FCF92-17D7-60BF-9B69-D2B1781B78C8}"/>
              </a:ext>
            </a:extLst>
          </p:cNvPr>
          <p:cNvSpPr/>
          <p:nvPr/>
        </p:nvSpPr>
        <p:spPr>
          <a:xfrm>
            <a:off x="1152115" y="4817363"/>
            <a:ext cx="1669837" cy="91828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flow-card-272" descr="scene-id=flow-card-272;classification=native_shape">
            <a:extLst>
              <a:ext uri="{FF2B5EF4-FFF2-40B4-BE49-F238E27FC236}">
                <a16:creationId xmlns:a16="http://schemas.microsoft.com/office/drawing/2014/main" id="{7376524F-2CDF-3904-E3E0-51E8673342CB}"/>
              </a:ext>
            </a:extLst>
          </p:cNvPr>
          <p:cNvSpPr/>
          <p:nvPr/>
        </p:nvSpPr>
        <p:spPr>
          <a:xfrm>
            <a:off x="3113627" y="4817363"/>
            <a:ext cx="1779215" cy="91828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flow-card-286" descr="scene-id=flow-card-286;classification=native_shape">
            <a:extLst>
              <a:ext uri="{FF2B5EF4-FFF2-40B4-BE49-F238E27FC236}">
                <a16:creationId xmlns:a16="http://schemas.microsoft.com/office/drawing/2014/main" id="{6697045C-569A-0A35-0DC3-4A45FB6E6F73}"/>
              </a:ext>
            </a:extLst>
          </p:cNvPr>
          <p:cNvSpPr/>
          <p:nvPr/>
        </p:nvSpPr>
        <p:spPr>
          <a:xfrm>
            <a:off x="5169933" y="4817363"/>
            <a:ext cx="1567751" cy="91828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flow-card-297" descr="scene-id=flow-card-297;classification=native_shape">
            <a:extLst>
              <a:ext uri="{FF2B5EF4-FFF2-40B4-BE49-F238E27FC236}">
                <a16:creationId xmlns:a16="http://schemas.microsoft.com/office/drawing/2014/main" id="{E90BD10B-9154-CD1B-56F2-32D92214FC2B}"/>
              </a:ext>
            </a:extLst>
          </p:cNvPr>
          <p:cNvSpPr/>
          <p:nvPr/>
        </p:nvSpPr>
        <p:spPr>
          <a:xfrm>
            <a:off x="6971024" y="4817363"/>
            <a:ext cx="1720880" cy="91828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BFD4F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hierarchy-card-64" descr="scene-id=hierarchy-card-64;classification=native_shape">
            <a:extLst>
              <a:ext uri="{FF2B5EF4-FFF2-40B4-BE49-F238E27FC236}">
                <a16:creationId xmlns:a16="http://schemas.microsoft.com/office/drawing/2014/main" id="{B82B7389-CF49-9B06-74AD-807670727307}"/>
              </a:ext>
            </a:extLst>
          </p:cNvPr>
          <p:cNvSpPr/>
          <p:nvPr/>
        </p:nvSpPr>
        <p:spPr>
          <a:xfrm>
            <a:off x="1567751" y="2033350"/>
            <a:ext cx="1261493" cy="1902166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6E3F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left-function-card-35" descr="scene-id=left-function-card-35;classification=native_shape">
            <a:extLst>
              <a:ext uri="{FF2B5EF4-FFF2-40B4-BE49-F238E27FC236}">
                <a16:creationId xmlns:a16="http://schemas.microsoft.com/office/drawing/2014/main" id="{CCC9826D-7B38-FD68-FC45-CA5809B05ACD}"/>
              </a:ext>
            </a:extLst>
          </p:cNvPr>
          <p:cNvSpPr/>
          <p:nvPr/>
        </p:nvSpPr>
        <p:spPr>
          <a:xfrm>
            <a:off x="313550" y="2033350"/>
            <a:ext cx="1042737" cy="1807422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6E3F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master-card-173" descr="scene-id=master-card-173;classification=native_shape">
            <a:extLst>
              <a:ext uri="{FF2B5EF4-FFF2-40B4-BE49-F238E27FC236}">
                <a16:creationId xmlns:a16="http://schemas.microsoft.com/office/drawing/2014/main" id="{BF0DF2CB-0626-CA74-E5EE-27F371F02A40}"/>
              </a:ext>
            </a:extLst>
          </p:cNvPr>
          <p:cNvSpPr/>
          <p:nvPr/>
        </p:nvSpPr>
        <p:spPr>
          <a:xfrm>
            <a:off x="5570986" y="1967758"/>
            <a:ext cx="2340688" cy="266011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6E3F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outcomes-card-305" descr="scene-id=outcomes-card-305;classification=native_shape">
            <a:extLst>
              <a:ext uri="{FF2B5EF4-FFF2-40B4-BE49-F238E27FC236}">
                <a16:creationId xmlns:a16="http://schemas.microsoft.com/office/drawing/2014/main" id="{A9651F55-0A7E-4411-D200-C7EF2F009D11}"/>
              </a:ext>
            </a:extLst>
          </p:cNvPr>
          <p:cNvSpPr/>
          <p:nvPr/>
        </p:nvSpPr>
        <p:spPr>
          <a:xfrm>
            <a:off x="8772115" y="4780923"/>
            <a:ext cx="3230297" cy="998454"/>
          </a:xfrm>
          <a:prstGeom prst="roundRect">
            <a:avLst/>
          </a:prstGeom>
          <a:solidFill>
            <a:srgbClr val="FFFFFF"/>
          </a:solidFill>
          <a:ln w="10160" cap="flat" cmpd="sng" algn="ctr">
            <a:solidFill>
              <a:srgbClr val="4D84D4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gional-card-93" descr="scene-id=regional-card-93;classification=native_shape">
            <a:extLst>
              <a:ext uri="{FF2B5EF4-FFF2-40B4-BE49-F238E27FC236}">
                <a16:creationId xmlns:a16="http://schemas.microsoft.com/office/drawing/2014/main" id="{BFC39723-E842-7E52-BA82-5BF57B4B0368}"/>
              </a:ext>
            </a:extLst>
          </p:cNvPr>
          <p:cNvSpPr/>
          <p:nvPr/>
        </p:nvSpPr>
        <p:spPr>
          <a:xfrm>
            <a:off x="3179254" y="1967758"/>
            <a:ext cx="2318813" cy="2660117"/>
          </a:xfrm>
          <a:prstGeom prst="roundRect">
            <a:avLst/>
          </a:prstGeom>
          <a:solidFill>
            <a:srgbClr val="FFFFFF"/>
          </a:solidFill>
          <a:ln w="8890" cap="flat" cmpd="sng" algn="ctr">
            <a:solidFill>
              <a:srgbClr val="D6E3F7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banner-decoration-353" descr="scene-id=banner-decoration-353;classification=native_shape">
            <a:extLst>
              <a:ext uri="{FF2B5EF4-FFF2-40B4-BE49-F238E27FC236}">
                <a16:creationId xmlns:a16="http://schemas.microsoft.com/office/drawing/2014/main" id="{F343D5AA-4A60-DF05-D90A-952BB8984117}"/>
              </a:ext>
            </a:extLst>
          </p:cNvPr>
          <p:cNvCxnSpPr/>
          <p:nvPr/>
        </p:nvCxnSpPr>
        <p:spPr>
          <a:xfrm flipV="1">
            <a:off x="11069052" y="6267673"/>
            <a:ext cx="1122948" cy="451855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banner-decoration-354" descr="scene-id=banner-decoration-354;classification=native_shape">
            <a:extLst>
              <a:ext uri="{FF2B5EF4-FFF2-40B4-BE49-F238E27FC236}">
                <a16:creationId xmlns:a16="http://schemas.microsoft.com/office/drawing/2014/main" id="{A9A69F35-0D90-B8D0-BCF6-4C531D42B1DA}"/>
              </a:ext>
            </a:extLst>
          </p:cNvPr>
          <p:cNvCxnSpPr/>
          <p:nvPr/>
        </p:nvCxnSpPr>
        <p:spPr>
          <a:xfrm flipV="1">
            <a:off x="11069052" y="6202081"/>
            <a:ext cx="1122948" cy="444568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banner-decoration-355" descr="scene-id=banner-decoration-355;classification=native_shape">
            <a:extLst>
              <a:ext uri="{FF2B5EF4-FFF2-40B4-BE49-F238E27FC236}">
                <a16:creationId xmlns:a16="http://schemas.microsoft.com/office/drawing/2014/main" id="{0711FBEB-F988-B433-0EA1-5F5D0D8D06BF}"/>
              </a:ext>
            </a:extLst>
          </p:cNvPr>
          <p:cNvCxnSpPr/>
          <p:nvPr/>
        </p:nvCxnSpPr>
        <p:spPr>
          <a:xfrm flipV="1">
            <a:off x="11069052" y="6136489"/>
            <a:ext cx="1122948" cy="437280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banner-decoration-356" descr="scene-id=banner-decoration-356;classification=native_shape">
            <a:extLst>
              <a:ext uri="{FF2B5EF4-FFF2-40B4-BE49-F238E27FC236}">
                <a16:creationId xmlns:a16="http://schemas.microsoft.com/office/drawing/2014/main" id="{23DB7530-2464-30CA-FEE9-D57B9B9DEBAD}"/>
              </a:ext>
            </a:extLst>
          </p:cNvPr>
          <p:cNvCxnSpPr/>
          <p:nvPr/>
        </p:nvCxnSpPr>
        <p:spPr>
          <a:xfrm flipV="1">
            <a:off x="11069052" y="6070897"/>
            <a:ext cx="1122948" cy="429991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banner-decoration-357" descr="scene-id=banner-decoration-357;classification=native_shape">
            <a:extLst>
              <a:ext uri="{FF2B5EF4-FFF2-40B4-BE49-F238E27FC236}">
                <a16:creationId xmlns:a16="http://schemas.microsoft.com/office/drawing/2014/main" id="{99C1CF8A-ABB3-B529-D679-91F7987B3BC8}"/>
              </a:ext>
            </a:extLst>
          </p:cNvPr>
          <p:cNvCxnSpPr/>
          <p:nvPr/>
        </p:nvCxnSpPr>
        <p:spPr>
          <a:xfrm flipV="1">
            <a:off x="11069052" y="6005305"/>
            <a:ext cx="1122948" cy="422703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anner-decoration-358" descr="scene-id=banner-decoration-358;classification=native_shape">
            <a:extLst>
              <a:ext uri="{FF2B5EF4-FFF2-40B4-BE49-F238E27FC236}">
                <a16:creationId xmlns:a16="http://schemas.microsoft.com/office/drawing/2014/main" id="{E597BEB1-F4FA-88CA-1577-C47DCC01B07F}"/>
              </a:ext>
            </a:extLst>
          </p:cNvPr>
          <p:cNvCxnSpPr/>
          <p:nvPr/>
        </p:nvCxnSpPr>
        <p:spPr>
          <a:xfrm flipV="1">
            <a:off x="11069052" y="5939713"/>
            <a:ext cx="1122948" cy="415416"/>
          </a:xfrm>
          <a:prstGeom prst="line">
            <a:avLst/>
          </a:prstGeom>
          <a:ln w="10160" cap="flat" cmpd="sng" algn="ctr">
            <a:solidFill>
              <a:srgbClr val="0D55B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re-output-block-256" descr="scene-id=core-output-block-256;classification=native_shape">
            <a:extLst>
              <a:ext uri="{FF2B5EF4-FFF2-40B4-BE49-F238E27FC236}">
                <a16:creationId xmlns:a16="http://schemas.microsoft.com/office/drawing/2014/main" id="{1E5A5E9B-B9B1-1AC4-3B80-56E6EACFC8DC}"/>
              </a:ext>
            </a:extLst>
          </p:cNvPr>
          <p:cNvSpPr/>
          <p:nvPr/>
        </p:nvSpPr>
        <p:spPr>
          <a:xfrm>
            <a:off x="175005" y="4810074"/>
            <a:ext cx="853148" cy="947439"/>
          </a:xfrm>
          <a:prstGeom prst="roundRect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core-output-square-257" descr="scene-id=core-output-square-257;classification=native_shape">
            <a:extLst>
              <a:ext uri="{FF2B5EF4-FFF2-40B4-BE49-F238E27FC236}">
                <a16:creationId xmlns:a16="http://schemas.microsoft.com/office/drawing/2014/main" id="{563B7E43-2925-A5C0-7AAC-88F5976CE688}"/>
              </a:ext>
            </a:extLst>
          </p:cNvPr>
          <p:cNvSpPr/>
          <p:nvPr/>
        </p:nvSpPr>
        <p:spPr>
          <a:xfrm>
            <a:off x="175005" y="4955834"/>
            <a:ext cx="853148" cy="801679"/>
          </a:xfrm>
          <a:prstGeom prst="rect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section-header-18" descr="scene-id=section-header-18;classification=native_shape">
            <a:extLst>
              <a:ext uri="{FF2B5EF4-FFF2-40B4-BE49-F238E27FC236}">
                <a16:creationId xmlns:a16="http://schemas.microsoft.com/office/drawing/2014/main" id="{446C8770-A560-5417-79CB-C893823B6FBF}"/>
              </a:ext>
            </a:extLst>
          </p:cNvPr>
          <p:cNvSpPr/>
          <p:nvPr/>
        </p:nvSpPr>
        <p:spPr>
          <a:xfrm>
            <a:off x="196880" y="1603358"/>
            <a:ext cx="2763618" cy="342536"/>
          </a:xfrm>
          <a:prstGeom prst="round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section-header-24" descr="scene-id=section-header-24;classification=native_shape">
            <a:extLst>
              <a:ext uri="{FF2B5EF4-FFF2-40B4-BE49-F238E27FC236}">
                <a16:creationId xmlns:a16="http://schemas.microsoft.com/office/drawing/2014/main" id="{FA2C9CD9-F588-2FE6-D7DA-5B9027155FBB}"/>
              </a:ext>
            </a:extLst>
          </p:cNvPr>
          <p:cNvSpPr/>
          <p:nvPr/>
        </p:nvSpPr>
        <p:spPr>
          <a:xfrm>
            <a:off x="3113627" y="1603358"/>
            <a:ext cx="4863674" cy="342536"/>
          </a:xfrm>
          <a:prstGeom prst="round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section-header-30" descr="scene-id=section-header-30;classification=native_shape">
            <a:extLst>
              <a:ext uri="{FF2B5EF4-FFF2-40B4-BE49-F238E27FC236}">
                <a16:creationId xmlns:a16="http://schemas.microsoft.com/office/drawing/2014/main" id="{09FD29AE-47E2-2107-C4C5-BDA21828B89E}"/>
              </a:ext>
            </a:extLst>
          </p:cNvPr>
          <p:cNvSpPr/>
          <p:nvPr/>
        </p:nvSpPr>
        <p:spPr>
          <a:xfrm>
            <a:off x="8152306" y="1603358"/>
            <a:ext cx="3850106" cy="342536"/>
          </a:xfrm>
          <a:prstGeom prst="round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section-header-square-19" descr="scene-id=section-header-square-19;classification=native_shape">
            <a:extLst>
              <a:ext uri="{FF2B5EF4-FFF2-40B4-BE49-F238E27FC236}">
                <a16:creationId xmlns:a16="http://schemas.microsoft.com/office/drawing/2014/main" id="{6C4B60EF-5E4D-0C23-B5D5-2B9B8BBFB54D}"/>
              </a:ext>
            </a:extLst>
          </p:cNvPr>
          <p:cNvSpPr/>
          <p:nvPr/>
        </p:nvSpPr>
        <p:spPr>
          <a:xfrm>
            <a:off x="196880" y="1749118"/>
            <a:ext cx="2763618" cy="196776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ection-header-square-25" descr="scene-id=section-header-square-25;classification=native_shape">
            <a:extLst>
              <a:ext uri="{FF2B5EF4-FFF2-40B4-BE49-F238E27FC236}">
                <a16:creationId xmlns:a16="http://schemas.microsoft.com/office/drawing/2014/main" id="{33A5D3B1-EBE1-840E-C1E1-19B998B8BF55}"/>
              </a:ext>
            </a:extLst>
          </p:cNvPr>
          <p:cNvSpPr/>
          <p:nvPr/>
        </p:nvSpPr>
        <p:spPr>
          <a:xfrm>
            <a:off x="3113627" y="1749118"/>
            <a:ext cx="4863674" cy="196776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section-header-square-31" descr="scene-id=section-header-square-31;classification=native_shape">
            <a:extLst>
              <a:ext uri="{FF2B5EF4-FFF2-40B4-BE49-F238E27FC236}">
                <a16:creationId xmlns:a16="http://schemas.microsoft.com/office/drawing/2014/main" id="{F5FDF907-3E25-9F09-5A1A-BAA330F56E63}"/>
              </a:ext>
            </a:extLst>
          </p:cNvPr>
          <p:cNvSpPr/>
          <p:nvPr/>
        </p:nvSpPr>
        <p:spPr>
          <a:xfrm>
            <a:off x="8152306" y="1749118"/>
            <a:ext cx="3850106" cy="196776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target-outer-8" descr="scene-id=target-outer-8;classification=native_shape">
            <a:extLst>
              <a:ext uri="{FF2B5EF4-FFF2-40B4-BE49-F238E27FC236}">
                <a16:creationId xmlns:a16="http://schemas.microsoft.com/office/drawing/2014/main" id="{56E0C7B5-5C95-2797-EDE5-5A33F44FCCB3}"/>
              </a:ext>
            </a:extLst>
          </p:cNvPr>
          <p:cNvSpPr/>
          <p:nvPr/>
        </p:nvSpPr>
        <p:spPr>
          <a:xfrm>
            <a:off x="204172" y="1064047"/>
            <a:ext cx="481263" cy="481007"/>
          </a:xfrm>
          <a:prstGeom prst="ellipse">
            <a:avLst/>
          </a:prstGeom>
          <a:solidFill>
            <a:srgbClr val="FFFFFF"/>
          </a:solidFill>
          <a:ln w="2921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arget-mid-9" descr="scene-id=target-mid-9;classification=native_shape">
            <a:extLst>
              <a:ext uri="{FF2B5EF4-FFF2-40B4-BE49-F238E27FC236}">
                <a16:creationId xmlns:a16="http://schemas.microsoft.com/office/drawing/2014/main" id="{8D7F026F-100F-AD74-82DB-A282F31ABD57}"/>
              </a:ext>
            </a:extLst>
          </p:cNvPr>
          <p:cNvSpPr/>
          <p:nvPr/>
        </p:nvSpPr>
        <p:spPr>
          <a:xfrm>
            <a:off x="284383" y="1144215"/>
            <a:ext cx="320842" cy="320671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arget-inner-10" descr="scene-id=target-inner-10;classification=native_shape">
            <a:extLst>
              <a:ext uri="{FF2B5EF4-FFF2-40B4-BE49-F238E27FC236}">
                <a16:creationId xmlns:a16="http://schemas.microsoft.com/office/drawing/2014/main" id="{A110FDA7-0F82-7BE7-1E59-D9B559DE2474}"/>
              </a:ext>
            </a:extLst>
          </p:cNvPr>
          <p:cNvSpPr/>
          <p:nvPr/>
        </p:nvSpPr>
        <p:spPr>
          <a:xfrm>
            <a:off x="371885" y="1231671"/>
            <a:ext cx="145837" cy="145759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flow-chevron-226" descr="scene-id=flow-chevron-226;classification=native_shape">
            <a:extLst>
              <a:ext uri="{FF2B5EF4-FFF2-40B4-BE49-F238E27FC236}">
                <a16:creationId xmlns:a16="http://schemas.microsoft.com/office/drawing/2014/main" id="{383E4B8C-4498-66D3-3F84-49159749800D}"/>
              </a:ext>
            </a:extLst>
          </p:cNvPr>
          <p:cNvSpPr/>
          <p:nvPr/>
        </p:nvSpPr>
        <p:spPr>
          <a:xfrm>
            <a:off x="7984593" y="2842317"/>
            <a:ext cx="160421" cy="327959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flow-chevron-302" descr="scene-id=flow-chevron-302;classification=native_shape">
            <a:extLst>
              <a:ext uri="{FF2B5EF4-FFF2-40B4-BE49-F238E27FC236}">
                <a16:creationId xmlns:a16="http://schemas.microsoft.com/office/drawing/2014/main" id="{E8B0468C-9653-58FA-A5AC-8166593F2481}"/>
              </a:ext>
            </a:extLst>
          </p:cNvPr>
          <p:cNvSpPr/>
          <p:nvPr/>
        </p:nvSpPr>
        <p:spPr>
          <a:xfrm>
            <a:off x="2821952" y="5130746"/>
            <a:ext cx="298967" cy="255080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flow-chevron-303" descr="scene-id=flow-chevron-303;classification=native_shape">
            <a:extLst>
              <a:ext uri="{FF2B5EF4-FFF2-40B4-BE49-F238E27FC236}">
                <a16:creationId xmlns:a16="http://schemas.microsoft.com/office/drawing/2014/main" id="{8ABDDD7D-C773-71A7-F7CB-39553F17403F}"/>
              </a:ext>
            </a:extLst>
          </p:cNvPr>
          <p:cNvSpPr/>
          <p:nvPr/>
        </p:nvSpPr>
        <p:spPr>
          <a:xfrm>
            <a:off x="4892842" y="5130746"/>
            <a:ext cx="277091" cy="255080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flow-chevron-304" descr="scene-id=flow-chevron-304;classification=native_shape">
            <a:extLst>
              <a:ext uri="{FF2B5EF4-FFF2-40B4-BE49-F238E27FC236}">
                <a16:creationId xmlns:a16="http://schemas.microsoft.com/office/drawing/2014/main" id="{134B87AF-AD86-AED4-1F7A-A0556650CAF1}"/>
              </a:ext>
            </a:extLst>
          </p:cNvPr>
          <p:cNvSpPr/>
          <p:nvPr/>
        </p:nvSpPr>
        <p:spPr>
          <a:xfrm>
            <a:off x="6730392" y="5130746"/>
            <a:ext cx="240632" cy="255080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flow-chevron-80" descr="scene-id=flow-chevron-80;classification=native_shape">
            <a:extLst>
              <a:ext uri="{FF2B5EF4-FFF2-40B4-BE49-F238E27FC236}">
                <a16:creationId xmlns:a16="http://schemas.microsoft.com/office/drawing/2014/main" id="{23469213-0E9D-746D-4203-C1F6035778C8}"/>
              </a:ext>
            </a:extLst>
          </p:cNvPr>
          <p:cNvSpPr/>
          <p:nvPr/>
        </p:nvSpPr>
        <p:spPr>
          <a:xfrm>
            <a:off x="1370871" y="2842317"/>
            <a:ext cx="189588" cy="327959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flow-chevron-81" descr="scene-id=flow-chevron-81;classification=native_shape">
            <a:extLst>
              <a:ext uri="{FF2B5EF4-FFF2-40B4-BE49-F238E27FC236}">
                <a16:creationId xmlns:a16="http://schemas.microsoft.com/office/drawing/2014/main" id="{7D8C4FF2-A700-B491-0FF8-FD04BCB134B5}"/>
              </a:ext>
            </a:extLst>
          </p:cNvPr>
          <p:cNvSpPr/>
          <p:nvPr/>
        </p:nvSpPr>
        <p:spPr>
          <a:xfrm>
            <a:off x="2945914" y="2842317"/>
            <a:ext cx="160421" cy="327959"/>
          </a:xfrm>
          <a:prstGeom prst="chevron">
            <a:avLst/>
          </a:prstGeom>
          <a:solidFill>
            <a:srgbClr val="2B6C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master-card-title-174" descr="scene-id=master-card-title-174;classification=native_shape">
            <a:extLst>
              <a:ext uri="{FF2B5EF4-FFF2-40B4-BE49-F238E27FC236}">
                <a16:creationId xmlns:a16="http://schemas.microsoft.com/office/drawing/2014/main" id="{9918C910-662E-53A8-77C6-383746A1C59D}"/>
              </a:ext>
            </a:extLst>
          </p:cNvPr>
          <p:cNvSpPr/>
          <p:nvPr/>
        </p:nvSpPr>
        <p:spPr>
          <a:xfrm>
            <a:off x="5709531" y="2040638"/>
            <a:ext cx="2056307" cy="255079"/>
          </a:xfrm>
          <a:prstGeom prst="roundRect">
            <a:avLst/>
          </a:prstGeom>
          <a:solidFill>
            <a:srgbClr val="0951B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egional-card-title-94" descr="scene-id=regional-card-title-94;classification=native_shape">
            <a:extLst>
              <a:ext uri="{FF2B5EF4-FFF2-40B4-BE49-F238E27FC236}">
                <a16:creationId xmlns:a16="http://schemas.microsoft.com/office/drawing/2014/main" id="{2CA9ECFE-2186-271A-91C1-E6D6B866597B}"/>
              </a:ext>
            </a:extLst>
          </p:cNvPr>
          <p:cNvSpPr/>
          <p:nvPr/>
        </p:nvSpPr>
        <p:spPr>
          <a:xfrm>
            <a:off x="3317799" y="2040638"/>
            <a:ext cx="2070890" cy="255079"/>
          </a:xfrm>
          <a:prstGeom prst="roundRect">
            <a:avLst/>
          </a:prstGeom>
          <a:solidFill>
            <a:srgbClr val="0951B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section-num-20" descr="scene-id=section-num-20;classification=native_shape">
            <a:extLst>
              <a:ext uri="{FF2B5EF4-FFF2-40B4-BE49-F238E27FC236}">
                <a16:creationId xmlns:a16="http://schemas.microsoft.com/office/drawing/2014/main" id="{9D122AAC-138F-8BD4-E198-22EAB055D21B}"/>
              </a:ext>
            </a:extLst>
          </p:cNvPr>
          <p:cNvSpPr/>
          <p:nvPr/>
        </p:nvSpPr>
        <p:spPr>
          <a:xfrm>
            <a:off x="543244" y="1661662"/>
            <a:ext cx="196880" cy="19677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section-num-26" descr="scene-id=section-num-26;classification=native_shape">
            <a:extLst>
              <a:ext uri="{FF2B5EF4-FFF2-40B4-BE49-F238E27FC236}">
                <a16:creationId xmlns:a16="http://schemas.microsoft.com/office/drawing/2014/main" id="{A11B8744-E9E3-ED50-AE08-408F64497B0D}"/>
              </a:ext>
            </a:extLst>
          </p:cNvPr>
          <p:cNvSpPr/>
          <p:nvPr/>
        </p:nvSpPr>
        <p:spPr>
          <a:xfrm>
            <a:off x="4510019" y="1661662"/>
            <a:ext cx="196881" cy="19677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ection-num-32" descr="scene-id=section-num-32;classification=native_shape">
            <a:extLst>
              <a:ext uri="{FF2B5EF4-FFF2-40B4-BE49-F238E27FC236}">
                <a16:creationId xmlns:a16="http://schemas.microsoft.com/office/drawing/2014/main" id="{4FDDF512-0CC3-9BC4-2B59-121EF840EBF1}"/>
              </a:ext>
            </a:extLst>
          </p:cNvPr>
          <p:cNvSpPr/>
          <p:nvPr/>
        </p:nvSpPr>
        <p:spPr>
          <a:xfrm>
            <a:off x="9041914" y="1661662"/>
            <a:ext cx="196880" cy="196776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banner-layer1-345" descr="scene-id=banner-layer1-345;classification=native_shape">
            <a:extLst>
              <a:ext uri="{FF2B5EF4-FFF2-40B4-BE49-F238E27FC236}">
                <a16:creationId xmlns:a16="http://schemas.microsoft.com/office/drawing/2014/main" id="{FDF80D48-B8D1-A27E-1806-8DDEE7727B09}"/>
              </a:ext>
            </a:extLst>
          </p:cNvPr>
          <p:cNvSpPr/>
          <p:nvPr/>
        </p:nvSpPr>
        <p:spPr>
          <a:xfrm>
            <a:off x="532306" y="5983441"/>
            <a:ext cx="758354" cy="247792"/>
          </a:xfrm>
          <a:prstGeom prst="chevron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banner-layer2-347" descr="scene-id=banner-layer2-347;classification=native_shape">
            <a:extLst>
              <a:ext uri="{FF2B5EF4-FFF2-40B4-BE49-F238E27FC236}">
                <a16:creationId xmlns:a16="http://schemas.microsoft.com/office/drawing/2014/main" id="{5CE81A80-5ADE-90B5-4B46-9350DB5EB03D}"/>
              </a:ext>
            </a:extLst>
          </p:cNvPr>
          <p:cNvSpPr/>
          <p:nvPr/>
        </p:nvSpPr>
        <p:spPr>
          <a:xfrm>
            <a:off x="532306" y="6180217"/>
            <a:ext cx="758354" cy="247792"/>
          </a:xfrm>
          <a:prstGeom prst="chevron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banner-layer3-349" descr="scene-id=banner-layer3-349;classification=native_shape">
            <a:extLst>
              <a:ext uri="{FF2B5EF4-FFF2-40B4-BE49-F238E27FC236}">
                <a16:creationId xmlns:a16="http://schemas.microsoft.com/office/drawing/2014/main" id="{B9B2D7E1-9B69-3974-D663-811825543390}"/>
              </a:ext>
            </a:extLst>
          </p:cNvPr>
          <p:cNvSpPr/>
          <p:nvPr/>
        </p:nvSpPr>
        <p:spPr>
          <a:xfrm>
            <a:off x="532306" y="6376993"/>
            <a:ext cx="758354" cy="247791"/>
          </a:xfrm>
          <a:prstGeom prst="chevron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4" name="chart-grid-103" descr="scene-id=chart-grid-103;classification=native_shape">
            <a:extLst>
              <a:ext uri="{FF2B5EF4-FFF2-40B4-BE49-F238E27FC236}">
                <a16:creationId xmlns:a16="http://schemas.microsoft.com/office/drawing/2014/main" id="{B3B278DE-67BB-A213-5D3C-E8BB16C653B5}"/>
              </a:ext>
            </a:extLst>
          </p:cNvPr>
          <p:cNvCxnSpPr/>
          <p:nvPr/>
        </p:nvCxnSpPr>
        <p:spPr>
          <a:xfrm>
            <a:off x="4360536" y="4496691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hart-grid-105" descr="scene-id=chart-grid-105;classification=native_shape">
            <a:extLst>
              <a:ext uri="{FF2B5EF4-FFF2-40B4-BE49-F238E27FC236}">
                <a16:creationId xmlns:a16="http://schemas.microsoft.com/office/drawing/2014/main" id="{F65A8363-9893-DF81-1251-B9366998A959}"/>
              </a:ext>
            </a:extLst>
          </p:cNvPr>
          <p:cNvCxnSpPr/>
          <p:nvPr/>
        </p:nvCxnSpPr>
        <p:spPr>
          <a:xfrm>
            <a:off x="4360536" y="4267848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hart-grid-107" descr="scene-id=chart-grid-107;classification=native_shape">
            <a:extLst>
              <a:ext uri="{FF2B5EF4-FFF2-40B4-BE49-F238E27FC236}">
                <a16:creationId xmlns:a16="http://schemas.microsoft.com/office/drawing/2014/main" id="{8D9AE273-5DD6-EACA-B712-5AAB109243CD}"/>
              </a:ext>
            </a:extLst>
          </p:cNvPr>
          <p:cNvCxnSpPr/>
          <p:nvPr/>
        </p:nvCxnSpPr>
        <p:spPr>
          <a:xfrm>
            <a:off x="4360536" y="4039005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hart-grid-109" descr="scene-id=chart-grid-109;classification=native_shape">
            <a:extLst>
              <a:ext uri="{FF2B5EF4-FFF2-40B4-BE49-F238E27FC236}">
                <a16:creationId xmlns:a16="http://schemas.microsoft.com/office/drawing/2014/main" id="{DFDDDC22-B447-DAC2-228B-256CD152BE98}"/>
              </a:ext>
            </a:extLst>
          </p:cNvPr>
          <p:cNvCxnSpPr/>
          <p:nvPr/>
        </p:nvCxnSpPr>
        <p:spPr>
          <a:xfrm>
            <a:off x="4360536" y="3810162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hart-grid-111" descr="scene-id=chart-grid-111;classification=native_shape">
            <a:extLst>
              <a:ext uri="{FF2B5EF4-FFF2-40B4-BE49-F238E27FC236}">
                <a16:creationId xmlns:a16="http://schemas.microsoft.com/office/drawing/2014/main" id="{88202485-720F-19A0-CCDF-B0128350862E}"/>
              </a:ext>
            </a:extLst>
          </p:cNvPr>
          <p:cNvCxnSpPr/>
          <p:nvPr/>
        </p:nvCxnSpPr>
        <p:spPr>
          <a:xfrm>
            <a:off x="4360536" y="3581319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hart-grid-113" descr="scene-id=chart-grid-113;classification=native_shape">
            <a:extLst>
              <a:ext uri="{FF2B5EF4-FFF2-40B4-BE49-F238E27FC236}">
                <a16:creationId xmlns:a16="http://schemas.microsoft.com/office/drawing/2014/main" id="{DF02934F-4F82-846E-F3EA-2F9ABF66AD2A}"/>
              </a:ext>
            </a:extLst>
          </p:cNvPr>
          <p:cNvCxnSpPr/>
          <p:nvPr/>
        </p:nvCxnSpPr>
        <p:spPr>
          <a:xfrm>
            <a:off x="4360536" y="3352476"/>
            <a:ext cx="1042737" cy="0"/>
          </a:xfrm>
          <a:prstGeom prst="line">
            <a:avLst/>
          </a:prstGeom>
          <a:ln w="4445" cap="flat" cmpd="sng" algn="ctr">
            <a:solidFill>
              <a:srgbClr val="D8DEE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heck-dot-82" descr="scene-id=check-dot-82;classification=native_shape">
            <a:extLst>
              <a:ext uri="{FF2B5EF4-FFF2-40B4-BE49-F238E27FC236}">
                <a16:creationId xmlns:a16="http://schemas.microsoft.com/office/drawing/2014/main" id="{28510036-B803-84D4-8380-1C82A187C8F3}"/>
              </a:ext>
            </a:extLst>
          </p:cNvPr>
          <p:cNvSpPr/>
          <p:nvPr/>
        </p:nvSpPr>
        <p:spPr>
          <a:xfrm>
            <a:off x="328134" y="4037547"/>
            <a:ext cx="131254" cy="131184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check-dot-85" descr="scene-id=check-dot-85;classification=native_shape">
            <a:extLst>
              <a:ext uri="{FF2B5EF4-FFF2-40B4-BE49-F238E27FC236}">
                <a16:creationId xmlns:a16="http://schemas.microsoft.com/office/drawing/2014/main" id="{E73F7B31-7678-8EBB-BA63-4CA2C0519DAB}"/>
              </a:ext>
            </a:extLst>
          </p:cNvPr>
          <p:cNvSpPr/>
          <p:nvPr/>
        </p:nvSpPr>
        <p:spPr>
          <a:xfrm>
            <a:off x="328134" y="4234323"/>
            <a:ext cx="131254" cy="131184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check-dot-88" descr="scene-id=check-dot-88;classification=native_shape">
            <a:extLst>
              <a:ext uri="{FF2B5EF4-FFF2-40B4-BE49-F238E27FC236}">
                <a16:creationId xmlns:a16="http://schemas.microsoft.com/office/drawing/2014/main" id="{26235799-3866-4904-E195-A39F60043635}"/>
              </a:ext>
            </a:extLst>
          </p:cNvPr>
          <p:cNvSpPr/>
          <p:nvPr/>
        </p:nvSpPr>
        <p:spPr>
          <a:xfrm>
            <a:off x="328134" y="4431099"/>
            <a:ext cx="131254" cy="131184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icon-circle-228" descr="scene-id=icon-circle-228;classification=native_shape">
            <a:extLst>
              <a:ext uri="{FF2B5EF4-FFF2-40B4-BE49-F238E27FC236}">
                <a16:creationId xmlns:a16="http://schemas.microsoft.com/office/drawing/2014/main" id="{C8E0A097-B92D-2897-BB90-211C5174DF63}"/>
              </a:ext>
            </a:extLst>
          </p:cNvPr>
          <p:cNvSpPr/>
          <p:nvPr/>
        </p:nvSpPr>
        <p:spPr>
          <a:xfrm>
            <a:off x="8356478" y="2179109"/>
            <a:ext cx="466680" cy="466432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icon-circle-237" descr="scene-id=icon-circle-237;classification=native_shape">
            <a:extLst>
              <a:ext uri="{FF2B5EF4-FFF2-40B4-BE49-F238E27FC236}">
                <a16:creationId xmlns:a16="http://schemas.microsoft.com/office/drawing/2014/main" id="{91929578-7CF4-B1C4-8F69-14719BA20DD8}"/>
              </a:ext>
            </a:extLst>
          </p:cNvPr>
          <p:cNvSpPr/>
          <p:nvPr/>
        </p:nvSpPr>
        <p:spPr>
          <a:xfrm>
            <a:off x="8356478" y="2980789"/>
            <a:ext cx="466680" cy="466431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icon-circle-246" descr="scene-id=icon-circle-246;classification=native_shape">
            <a:extLst>
              <a:ext uri="{FF2B5EF4-FFF2-40B4-BE49-F238E27FC236}">
                <a16:creationId xmlns:a16="http://schemas.microsoft.com/office/drawing/2014/main" id="{3E7BCDF3-7DE5-B4F4-EADE-42212755E92A}"/>
              </a:ext>
            </a:extLst>
          </p:cNvPr>
          <p:cNvSpPr/>
          <p:nvPr/>
        </p:nvSpPr>
        <p:spPr>
          <a:xfrm>
            <a:off x="8356478" y="3848060"/>
            <a:ext cx="466680" cy="466431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icon-circle-306" descr="scene-id=icon-circle-306;classification=native_shape">
            <a:extLst>
              <a:ext uri="{FF2B5EF4-FFF2-40B4-BE49-F238E27FC236}">
                <a16:creationId xmlns:a16="http://schemas.microsoft.com/office/drawing/2014/main" id="{D21CDCCB-468D-9D96-CAC5-8F468D75747D}"/>
              </a:ext>
            </a:extLst>
          </p:cNvPr>
          <p:cNvSpPr/>
          <p:nvPr/>
        </p:nvSpPr>
        <p:spPr>
          <a:xfrm>
            <a:off x="8903368" y="4904818"/>
            <a:ext cx="583349" cy="5830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icon-circle-319" descr="scene-id=icon-circle-319;classification=native_shape">
            <a:extLst>
              <a:ext uri="{FF2B5EF4-FFF2-40B4-BE49-F238E27FC236}">
                <a16:creationId xmlns:a16="http://schemas.microsoft.com/office/drawing/2014/main" id="{C7EAD165-E46C-1BF9-F401-86E6ECB986E8}"/>
              </a:ext>
            </a:extLst>
          </p:cNvPr>
          <p:cNvSpPr/>
          <p:nvPr/>
        </p:nvSpPr>
        <p:spPr>
          <a:xfrm>
            <a:off x="9683598" y="4904818"/>
            <a:ext cx="583349" cy="5830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icon-circle-333" descr="scene-id=icon-circle-333;classification=native_shape">
            <a:extLst>
              <a:ext uri="{FF2B5EF4-FFF2-40B4-BE49-F238E27FC236}">
                <a16:creationId xmlns:a16="http://schemas.microsoft.com/office/drawing/2014/main" id="{BFE0B9EC-23F4-E46C-B1AC-F83D86DF5F36}"/>
              </a:ext>
            </a:extLst>
          </p:cNvPr>
          <p:cNvSpPr/>
          <p:nvPr/>
        </p:nvSpPr>
        <p:spPr>
          <a:xfrm>
            <a:off x="10456536" y="4904818"/>
            <a:ext cx="583350" cy="5830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icon-circle-339" descr="scene-id=icon-circle-339;classification=native_shape">
            <a:extLst>
              <a:ext uri="{FF2B5EF4-FFF2-40B4-BE49-F238E27FC236}">
                <a16:creationId xmlns:a16="http://schemas.microsoft.com/office/drawing/2014/main" id="{CDC66579-41DE-589F-F757-B7721A47D7D4}"/>
              </a:ext>
            </a:extLst>
          </p:cNvPr>
          <p:cNvSpPr/>
          <p:nvPr/>
        </p:nvSpPr>
        <p:spPr>
          <a:xfrm>
            <a:off x="11229473" y="4904818"/>
            <a:ext cx="583350" cy="5830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level-box-65" descr="scene-id=level-box-65;classification=native_shape">
            <a:extLst>
              <a:ext uri="{FF2B5EF4-FFF2-40B4-BE49-F238E27FC236}">
                <a16:creationId xmlns:a16="http://schemas.microsoft.com/office/drawing/2014/main" id="{BA3E3BE9-8F60-0A29-57B7-23B9E82558CB}"/>
              </a:ext>
            </a:extLst>
          </p:cNvPr>
          <p:cNvSpPr/>
          <p:nvPr/>
        </p:nvSpPr>
        <p:spPr>
          <a:xfrm>
            <a:off x="1699005" y="2120805"/>
            <a:ext cx="1013569" cy="247792"/>
          </a:xfrm>
          <a:prstGeom prst="round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level-box-68" descr="scene-id=level-box-68;classification=native_shape">
            <a:extLst>
              <a:ext uri="{FF2B5EF4-FFF2-40B4-BE49-F238E27FC236}">
                <a16:creationId xmlns:a16="http://schemas.microsoft.com/office/drawing/2014/main" id="{0A4FC06F-9AB8-DAAF-478B-6B3A9F8713FB}"/>
              </a:ext>
            </a:extLst>
          </p:cNvPr>
          <p:cNvSpPr/>
          <p:nvPr/>
        </p:nvSpPr>
        <p:spPr>
          <a:xfrm>
            <a:off x="1699005" y="2543509"/>
            <a:ext cx="1013569" cy="247792"/>
          </a:xfrm>
          <a:prstGeom prst="roundRect">
            <a:avLst/>
          </a:prstGeom>
          <a:solidFill>
            <a:srgbClr val="0752B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level-box-71" descr="scene-id=level-box-71;classification=native_shape">
            <a:extLst>
              <a:ext uri="{FF2B5EF4-FFF2-40B4-BE49-F238E27FC236}">
                <a16:creationId xmlns:a16="http://schemas.microsoft.com/office/drawing/2014/main" id="{FEE53158-08BA-C781-6677-DB7952F57F17}"/>
              </a:ext>
            </a:extLst>
          </p:cNvPr>
          <p:cNvSpPr/>
          <p:nvPr/>
        </p:nvSpPr>
        <p:spPr>
          <a:xfrm>
            <a:off x="1699005" y="2966213"/>
            <a:ext cx="1013569" cy="247791"/>
          </a:xfrm>
          <a:prstGeom prst="roundRect">
            <a:avLst/>
          </a:prstGeom>
          <a:solidFill>
            <a:srgbClr val="0E9EA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level-box-74" descr="scene-id=level-box-74;classification=native_shape">
            <a:extLst>
              <a:ext uri="{FF2B5EF4-FFF2-40B4-BE49-F238E27FC236}">
                <a16:creationId xmlns:a16="http://schemas.microsoft.com/office/drawing/2014/main" id="{3AF883F3-43D4-ED7D-C308-61D055535C2F}"/>
              </a:ext>
            </a:extLst>
          </p:cNvPr>
          <p:cNvSpPr/>
          <p:nvPr/>
        </p:nvSpPr>
        <p:spPr>
          <a:xfrm>
            <a:off x="1699005" y="3388916"/>
            <a:ext cx="1013569" cy="247792"/>
          </a:xfrm>
          <a:prstGeom prst="roundRect">
            <a:avLst/>
          </a:prstGeom>
          <a:solidFill>
            <a:srgbClr val="159E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banner-cut1-346" descr="scene-id=banner-cut1-346;classification=native_shape">
            <a:extLst>
              <a:ext uri="{FF2B5EF4-FFF2-40B4-BE49-F238E27FC236}">
                <a16:creationId xmlns:a16="http://schemas.microsoft.com/office/drawing/2014/main" id="{C1921AC6-B584-C215-E1F9-192763DCF7F8}"/>
              </a:ext>
            </a:extLst>
          </p:cNvPr>
          <p:cNvSpPr/>
          <p:nvPr/>
        </p:nvSpPr>
        <p:spPr>
          <a:xfrm>
            <a:off x="605225" y="6034457"/>
            <a:ext cx="612517" cy="145760"/>
          </a:xfrm>
          <a:prstGeom prst="chevron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5" name="banner-cut2-348" descr="scene-id=banner-cut2-348;classification=native_shape">
            <a:extLst>
              <a:ext uri="{FF2B5EF4-FFF2-40B4-BE49-F238E27FC236}">
                <a16:creationId xmlns:a16="http://schemas.microsoft.com/office/drawing/2014/main" id="{F193CAE4-94D6-8408-2F5E-11DAD427FF9B}"/>
              </a:ext>
            </a:extLst>
          </p:cNvPr>
          <p:cNvSpPr/>
          <p:nvPr/>
        </p:nvSpPr>
        <p:spPr>
          <a:xfrm>
            <a:off x="605225" y="6231233"/>
            <a:ext cx="612517" cy="145760"/>
          </a:xfrm>
          <a:prstGeom prst="chevron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banner-cut3-350" descr="scene-id=banner-cut3-350;classification=native_shape">
            <a:extLst>
              <a:ext uri="{FF2B5EF4-FFF2-40B4-BE49-F238E27FC236}">
                <a16:creationId xmlns:a16="http://schemas.microsoft.com/office/drawing/2014/main" id="{E3EC5A70-9106-D16D-245D-B67819F679CF}"/>
              </a:ext>
            </a:extLst>
          </p:cNvPr>
          <p:cNvSpPr/>
          <p:nvPr/>
        </p:nvSpPr>
        <p:spPr>
          <a:xfrm>
            <a:off x="605225" y="6428008"/>
            <a:ext cx="612517" cy="145761"/>
          </a:xfrm>
          <a:prstGeom prst="chevron">
            <a:avLst/>
          </a:prstGeom>
          <a:solidFill>
            <a:srgbClr val="002A7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db-body-77" descr="scene-id=db-body-77;classification=native_shape">
            <a:extLst>
              <a:ext uri="{FF2B5EF4-FFF2-40B4-BE49-F238E27FC236}">
                <a16:creationId xmlns:a16="http://schemas.microsoft.com/office/drawing/2014/main" id="{33597AEB-0ADB-B30D-9671-880E6923A74D}"/>
              </a:ext>
            </a:extLst>
          </p:cNvPr>
          <p:cNvSpPr/>
          <p:nvPr/>
        </p:nvSpPr>
        <p:spPr>
          <a:xfrm>
            <a:off x="1604211" y="3767892"/>
            <a:ext cx="189588" cy="94744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db-top-76" descr="scene-id=db-top-76;classification=native_shape">
            <a:extLst>
              <a:ext uri="{FF2B5EF4-FFF2-40B4-BE49-F238E27FC236}">
                <a16:creationId xmlns:a16="http://schemas.microsoft.com/office/drawing/2014/main" id="{C15A698B-30D9-756B-F8B6-3CD9AADF9EA3}"/>
              </a:ext>
            </a:extLst>
          </p:cNvPr>
          <p:cNvSpPr/>
          <p:nvPr/>
        </p:nvSpPr>
        <p:spPr>
          <a:xfrm>
            <a:off x="1604211" y="3731452"/>
            <a:ext cx="189588" cy="7288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level-arrow-67" descr="scene-id=level-arrow-67;classification=native_shape">
            <a:extLst>
              <a:ext uri="{FF2B5EF4-FFF2-40B4-BE49-F238E27FC236}">
                <a16:creationId xmlns:a16="http://schemas.microsoft.com/office/drawing/2014/main" id="{8809B48D-B6EF-951E-7B05-B9E53049AD0B}"/>
              </a:ext>
            </a:extLst>
          </p:cNvPr>
          <p:cNvCxnSpPr/>
          <p:nvPr/>
        </p:nvCxnSpPr>
        <p:spPr>
          <a:xfrm>
            <a:off x="2202143" y="2375885"/>
            <a:ext cx="0" cy="138472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evel-arrow-70" descr="scene-id=level-arrow-70;classification=native_shape">
            <a:extLst>
              <a:ext uri="{FF2B5EF4-FFF2-40B4-BE49-F238E27FC236}">
                <a16:creationId xmlns:a16="http://schemas.microsoft.com/office/drawing/2014/main" id="{CE84151A-A077-B6AB-9F6F-3CF979FFFD84}"/>
              </a:ext>
            </a:extLst>
          </p:cNvPr>
          <p:cNvCxnSpPr/>
          <p:nvPr/>
        </p:nvCxnSpPr>
        <p:spPr>
          <a:xfrm>
            <a:off x="2202143" y="2798589"/>
            <a:ext cx="0" cy="138472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evel-arrow-73" descr="scene-id=level-arrow-73;classification=native_shape">
            <a:extLst>
              <a:ext uri="{FF2B5EF4-FFF2-40B4-BE49-F238E27FC236}">
                <a16:creationId xmlns:a16="http://schemas.microsoft.com/office/drawing/2014/main" id="{3E74F99C-7F81-0E9C-EDF0-FF65A53DCACE}"/>
              </a:ext>
            </a:extLst>
          </p:cNvPr>
          <p:cNvCxnSpPr/>
          <p:nvPr/>
        </p:nvCxnSpPr>
        <p:spPr>
          <a:xfrm>
            <a:off x="2202143" y="3221292"/>
            <a:ext cx="0" cy="138472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adar-axis-202" descr="scene-id=radar-axis-202;classification=native_shape">
            <a:extLst>
              <a:ext uri="{FF2B5EF4-FFF2-40B4-BE49-F238E27FC236}">
                <a16:creationId xmlns:a16="http://schemas.microsoft.com/office/drawing/2014/main" id="{C6DE15B6-8361-69E0-0E0D-B288D746970C}"/>
              </a:ext>
            </a:extLst>
          </p:cNvPr>
          <p:cNvCxnSpPr/>
          <p:nvPr/>
        </p:nvCxnSpPr>
        <p:spPr>
          <a:xfrm flipV="1">
            <a:off x="7372076" y="3490948"/>
            <a:ext cx="0" cy="422703"/>
          </a:xfrm>
          <a:prstGeom prst="line">
            <a:avLst/>
          </a:prstGeom>
          <a:ln w="6350" cap="flat" cmpd="sng" algn="ctr">
            <a:solidFill>
              <a:srgbClr val="B9CA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adar-axis-203" descr="scene-id=radar-axis-203;classification=native_shape">
            <a:extLst>
              <a:ext uri="{FF2B5EF4-FFF2-40B4-BE49-F238E27FC236}">
                <a16:creationId xmlns:a16="http://schemas.microsoft.com/office/drawing/2014/main" id="{22ECD069-E0C3-FBFA-FDF9-349B69E4FA95}"/>
              </a:ext>
            </a:extLst>
          </p:cNvPr>
          <p:cNvCxnSpPr/>
          <p:nvPr/>
        </p:nvCxnSpPr>
        <p:spPr>
          <a:xfrm flipV="1">
            <a:off x="7372076" y="3783029"/>
            <a:ext cx="402229" cy="130622"/>
          </a:xfrm>
          <a:prstGeom prst="line">
            <a:avLst/>
          </a:prstGeom>
          <a:ln w="6350" cap="flat" cmpd="sng" algn="ctr">
            <a:solidFill>
              <a:srgbClr val="B9CA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adar-axis-204" descr="scene-id=radar-axis-204;classification=native_shape">
            <a:extLst>
              <a:ext uri="{FF2B5EF4-FFF2-40B4-BE49-F238E27FC236}">
                <a16:creationId xmlns:a16="http://schemas.microsoft.com/office/drawing/2014/main" id="{2FE30048-5BD8-5FC4-9338-432532D78E6B}"/>
              </a:ext>
            </a:extLst>
          </p:cNvPr>
          <p:cNvCxnSpPr/>
          <p:nvPr/>
        </p:nvCxnSpPr>
        <p:spPr>
          <a:xfrm>
            <a:off x="7372076" y="3913651"/>
            <a:ext cx="248591" cy="341975"/>
          </a:xfrm>
          <a:prstGeom prst="line">
            <a:avLst/>
          </a:prstGeom>
          <a:ln w="6350" cap="flat" cmpd="sng" algn="ctr">
            <a:solidFill>
              <a:srgbClr val="B9CA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adar-axis-205" descr="scene-id=radar-axis-205;classification=native_shape">
            <a:extLst>
              <a:ext uri="{FF2B5EF4-FFF2-40B4-BE49-F238E27FC236}">
                <a16:creationId xmlns:a16="http://schemas.microsoft.com/office/drawing/2014/main" id="{A0B9DF4E-73C5-C896-E1CE-4BA20C1047B2}"/>
              </a:ext>
            </a:extLst>
          </p:cNvPr>
          <p:cNvCxnSpPr/>
          <p:nvPr/>
        </p:nvCxnSpPr>
        <p:spPr>
          <a:xfrm flipH="1">
            <a:off x="7123485" y="3913651"/>
            <a:ext cx="248591" cy="341975"/>
          </a:xfrm>
          <a:prstGeom prst="line">
            <a:avLst/>
          </a:prstGeom>
          <a:ln w="6350" cap="flat" cmpd="sng" algn="ctr">
            <a:solidFill>
              <a:srgbClr val="B9CA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adar-axis-206" descr="scene-id=radar-axis-206;classification=native_shape">
            <a:extLst>
              <a:ext uri="{FF2B5EF4-FFF2-40B4-BE49-F238E27FC236}">
                <a16:creationId xmlns:a16="http://schemas.microsoft.com/office/drawing/2014/main" id="{7314F082-C54A-0146-1715-096A422C893E}"/>
              </a:ext>
            </a:extLst>
          </p:cNvPr>
          <p:cNvCxnSpPr/>
          <p:nvPr/>
        </p:nvCxnSpPr>
        <p:spPr>
          <a:xfrm flipH="1" flipV="1">
            <a:off x="6969848" y="3783029"/>
            <a:ext cx="402228" cy="130622"/>
          </a:xfrm>
          <a:prstGeom prst="line">
            <a:avLst/>
          </a:prstGeom>
          <a:ln w="6350" cap="flat" cmpd="sng" algn="ctr">
            <a:solidFill>
              <a:srgbClr val="B9CAE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adar-grid-187" descr="scene-id=radar-grid-187;classification=native_shape">
            <a:extLst>
              <a:ext uri="{FF2B5EF4-FFF2-40B4-BE49-F238E27FC236}">
                <a16:creationId xmlns:a16="http://schemas.microsoft.com/office/drawing/2014/main" id="{85CC588A-2184-4A67-C155-7B2A655F8954}"/>
              </a:ext>
            </a:extLst>
          </p:cNvPr>
          <p:cNvCxnSpPr/>
          <p:nvPr/>
        </p:nvCxnSpPr>
        <p:spPr>
          <a:xfrm>
            <a:off x="7372076" y="3490948"/>
            <a:ext cx="402229" cy="292081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adar-grid-188" descr="scene-id=radar-grid-188;classification=native_shape">
            <a:extLst>
              <a:ext uri="{FF2B5EF4-FFF2-40B4-BE49-F238E27FC236}">
                <a16:creationId xmlns:a16="http://schemas.microsoft.com/office/drawing/2014/main" id="{3D5B2A1E-9865-BCF7-2E20-610F5935FD28}"/>
              </a:ext>
            </a:extLst>
          </p:cNvPr>
          <p:cNvCxnSpPr/>
          <p:nvPr/>
        </p:nvCxnSpPr>
        <p:spPr>
          <a:xfrm flipH="1">
            <a:off x="7620667" y="3783029"/>
            <a:ext cx="153638" cy="47259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adar-grid-189" descr="scene-id=radar-grid-189;classification=native_shape">
            <a:extLst>
              <a:ext uri="{FF2B5EF4-FFF2-40B4-BE49-F238E27FC236}">
                <a16:creationId xmlns:a16="http://schemas.microsoft.com/office/drawing/2014/main" id="{33D52234-8468-AAC6-3AF7-6153027452BF}"/>
              </a:ext>
            </a:extLst>
          </p:cNvPr>
          <p:cNvCxnSpPr/>
          <p:nvPr/>
        </p:nvCxnSpPr>
        <p:spPr>
          <a:xfrm flipH="1">
            <a:off x="7123485" y="4255626"/>
            <a:ext cx="497182" cy="0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adar-grid-190" descr="scene-id=radar-grid-190;classification=native_shape">
            <a:extLst>
              <a:ext uri="{FF2B5EF4-FFF2-40B4-BE49-F238E27FC236}">
                <a16:creationId xmlns:a16="http://schemas.microsoft.com/office/drawing/2014/main" id="{B58E4CFC-2EEC-6DAB-40C1-8F7315E888AF}"/>
              </a:ext>
            </a:extLst>
          </p:cNvPr>
          <p:cNvCxnSpPr/>
          <p:nvPr/>
        </p:nvCxnSpPr>
        <p:spPr>
          <a:xfrm flipH="1" flipV="1">
            <a:off x="6969848" y="3783029"/>
            <a:ext cx="153637" cy="47259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adar-grid-191" descr="scene-id=radar-grid-191;classification=native_shape">
            <a:extLst>
              <a:ext uri="{FF2B5EF4-FFF2-40B4-BE49-F238E27FC236}">
                <a16:creationId xmlns:a16="http://schemas.microsoft.com/office/drawing/2014/main" id="{C31E9B2D-24C8-7F57-273A-E108033CEB42}"/>
              </a:ext>
            </a:extLst>
          </p:cNvPr>
          <p:cNvCxnSpPr/>
          <p:nvPr/>
        </p:nvCxnSpPr>
        <p:spPr>
          <a:xfrm flipV="1">
            <a:off x="6969848" y="3490948"/>
            <a:ext cx="402228" cy="292081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radar-grid-192" descr="scene-id=radar-grid-192;classification=native_shape">
            <a:extLst>
              <a:ext uri="{FF2B5EF4-FFF2-40B4-BE49-F238E27FC236}">
                <a16:creationId xmlns:a16="http://schemas.microsoft.com/office/drawing/2014/main" id="{72C92CD6-6392-8D3E-050B-ACE11FD515F9}"/>
              </a:ext>
            </a:extLst>
          </p:cNvPr>
          <p:cNvCxnSpPr/>
          <p:nvPr/>
        </p:nvCxnSpPr>
        <p:spPr>
          <a:xfrm>
            <a:off x="7372076" y="3634667"/>
            <a:ext cx="265472" cy="192773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radar-grid-193" descr="scene-id=radar-grid-193;classification=native_shape">
            <a:extLst>
              <a:ext uri="{FF2B5EF4-FFF2-40B4-BE49-F238E27FC236}">
                <a16:creationId xmlns:a16="http://schemas.microsoft.com/office/drawing/2014/main" id="{0C2EE37F-8453-A464-696A-92D64F4DB1CA}"/>
              </a:ext>
            </a:extLst>
          </p:cNvPr>
          <p:cNvCxnSpPr/>
          <p:nvPr/>
        </p:nvCxnSpPr>
        <p:spPr>
          <a:xfrm flipH="1">
            <a:off x="7536147" y="3827440"/>
            <a:ext cx="101401" cy="311914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radar-grid-194" descr="scene-id=radar-grid-194;classification=native_shape">
            <a:extLst>
              <a:ext uri="{FF2B5EF4-FFF2-40B4-BE49-F238E27FC236}">
                <a16:creationId xmlns:a16="http://schemas.microsoft.com/office/drawing/2014/main" id="{CD97847C-920B-F382-69C9-38ED0355AC76}"/>
              </a:ext>
            </a:extLst>
          </p:cNvPr>
          <p:cNvCxnSpPr/>
          <p:nvPr/>
        </p:nvCxnSpPr>
        <p:spPr>
          <a:xfrm flipH="1">
            <a:off x="7208007" y="4139354"/>
            <a:ext cx="328140" cy="0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radar-grid-195" descr="scene-id=radar-grid-195;classification=native_shape">
            <a:extLst>
              <a:ext uri="{FF2B5EF4-FFF2-40B4-BE49-F238E27FC236}">
                <a16:creationId xmlns:a16="http://schemas.microsoft.com/office/drawing/2014/main" id="{F71E514B-A4D4-1B75-B45C-B69B998B0280}"/>
              </a:ext>
            </a:extLst>
          </p:cNvPr>
          <p:cNvCxnSpPr/>
          <p:nvPr/>
        </p:nvCxnSpPr>
        <p:spPr>
          <a:xfrm flipH="1" flipV="1">
            <a:off x="7106606" y="3827440"/>
            <a:ext cx="101401" cy="311914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radar-grid-196" descr="scene-id=radar-grid-196;classification=native_shape">
            <a:extLst>
              <a:ext uri="{FF2B5EF4-FFF2-40B4-BE49-F238E27FC236}">
                <a16:creationId xmlns:a16="http://schemas.microsoft.com/office/drawing/2014/main" id="{8DE2F942-FF35-3DDE-AA0F-0E845159AC2B}"/>
              </a:ext>
            </a:extLst>
          </p:cNvPr>
          <p:cNvCxnSpPr/>
          <p:nvPr/>
        </p:nvCxnSpPr>
        <p:spPr>
          <a:xfrm flipV="1">
            <a:off x="7106606" y="3634667"/>
            <a:ext cx="265470" cy="192773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radar-grid-197" descr="scene-id=radar-grid-197;classification=native_shape">
            <a:extLst>
              <a:ext uri="{FF2B5EF4-FFF2-40B4-BE49-F238E27FC236}">
                <a16:creationId xmlns:a16="http://schemas.microsoft.com/office/drawing/2014/main" id="{4A5950CE-7100-77A7-B117-473DA3F0FA47}"/>
              </a:ext>
            </a:extLst>
          </p:cNvPr>
          <p:cNvCxnSpPr/>
          <p:nvPr/>
        </p:nvCxnSpPr>
        <p:spPr>
          <a:xfrm>
            <a:off x="7372076" y="3774159"/>
            <a:ext cx="132736" cy="9638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radar-grid-198" descr="scene-id=radar-grid-198;classification=native_shape">
            <a:extLst>
              <a:ext uri="{FF2B5EF4-FFF2-40B4-BE49-F238E27FC236}">
                <a16:creationId xmlns:a16="http://schemas.microsoft.com/office/drawing/2014/main" id="{1FEF2804-3EDC-150D-44A4-35F939AE9079}"/>
              </a:ext>
            </a:extLst>
          </p:cNvPr>
          <p:cNvCxnSpPr/>
          <p:nvPr/>
        </p:nvCxnSpPr>
        <p:spPr>
          <a:xfrm flipH="1">
            <a:off x="7454112" y="3870546"/>
            <a:ext cx="50700" cy="15595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adar-grid-199" descr="scene-id=radar-grid-199;classification=native_shape">
            <a:extLst>
              <a:ext uri="{FF2B5EF4-FFF2-40B4-BE49-F238E27FC236}">
                <a16:creationId xmlns:a16="http://schemas.microsoft.com/office/drawing/2014/main" id="{2EF4401C-9737-D992-DF49-794B4F0E6CAF}"/>
              </a:ext>
            </a:extLst>
          </p:cNvPr>
          <p:cNvCxnSpPr/>
          <p:nvPr/>
        </p:nvCxnSpPr>
        <p:spPr>
          <a:xfrm flipH="1">
            <a:off x="7290042" y="4026503"/>
            <a:ext cx="164070" cy="0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radar-grid-200" descr="scene-id=radar-grid-200;classification=native_shape">
            <a:extLst>
              <a:ext uri="{FF2B5EF4-FFF2-40B4-BE49-F238E27FC236}">
                <a16:creationId xmlns:a16="http://schemas.microsoft.com/office/drawing/2014/main" id="{27BCD31F-63D7-6683-3CFD-3DEF6A4AD05F}"/>
              </a:ext>
            </a:extLst>
          </p:cNvPr>
          <p:cNvCxnSpPr/>
          <p:nvPr/>
        </p:nvCxnSpPr>
        <p:spPr>
          <a:xfrm flipH="1" flipV="1">
            <a:off x="7239341" y="3870546"/>
            <a:ext cx="50701" cy="15595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adar-grid-201" descr="scene-id=radar-grid-201;classification=native_shape">
            <a:extLst>
              <a:ext uri="{FF2B5EF4-FFF2-40B4-BE49-F238E27FC236}">
                <a16:creationId xmlns:a16="http://schemas.microsoft.com/office/drawing/2014/main" id="{EBBCE666-EFA2-BEB9-BF94-3C12F102754C}"/>
              </a:ext>
            </a:extLst>
          </p:cNvPr>
          <p:cNvCxnSpPr/>
          <p:nvPr/>
        </p:nvCxnSpPr>
        <p:spPr>
          <a:xfrm flipV="1">
            <a:off x="7239341" y="3774159"/>
            <a:ext cx="132735" cy="96387"/>
          </a:xfrm>
          <a:prstGeom prst="line">
            <a:avLst/>
          </a:prstGeom>
          <a:ln w="6350" cap="flat" cmpd="sng" algn="ctr">
            <a:solidFill>
              <a:srgbClr val="9FBBD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target-arrow-11" descr="scene-id=target-arrow-11;classification=native_shape">
            <a:extLst>
              <a:ext uri="{FF2B5EF4-FFF2-40B4-BE49-F238E27FC236}">
                <a16:creationId xmlns:a16="http://schemas.microsoft.com/office/drawing/2014/main" id="{BDE6A38A-C794-80CF-ECB7-6D4116A082F1}"/>
              </a:ext>
            </a:extLst>
          </p:cNvPr>
          <p:cNvCxnSpPr/>
          <p:nvPr/>
        </p:nvCxnSpPr>
        <p:spPr>
          <a:xfrm flipV="1">
            <a:off x="430220" y="1078623"/>
            <a:ext cx="226048" cy="225928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arget-arrow-wing-12" descr="scene-id=target-arrow-wing-12;classification=native_shape">
            <a:extLst>
              <a:ext uri="{FF2B5EF4-FFF2-40B4-BE49-F238E27FC236}">
                <a16:creationId xmlns:a16="http://schemas.microsoft.com/office/drawing/2014/main" id="{095D50DD-FD9E-B7ED-EE11-6BF91ACD20DF}"/>
              </a:ext>
            </a:extLst>
          </p:cNvPr>
          <p:cNvCxnSpPr/>
          <p:nvPr/>
        </p:nvCxnSpPr>
        <p:spPr>
          <a:xfrm>
            <a:off x="597933" y="1078623"/>
            <a:ext cx="65627" cy="0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target-arrow-wing-13" descr="scene-id=target-arrow-wing-13;classification=native_shape">
            <a:extLst>
              <a:ext uri="{FF2B5EF4-FFF2-40B4-BE49-F238E27FC236}">
                <a16:creationId xmlns:a16="http://schemas.microsoft.com/office/drawing/2014/main" id="{82846827-59E4-F130-1897-5C162CEC3939}"/>
              </a:ext>
            </a:extLst>
          </p:cNvPr>
          <p:cNvCxnSpPr/>
          <p:nvPr/>
        </p:nvCxnSpPr>
        <p:spPr>
          <a:xfrm>
            <a:off x="656268" y="1078623"/>
            <a:ext cx="0" cy="65592"/>
          </a:xfrm>
          <a:prstGeom prst="line">
            <a:avLst/>
          </a:prstGeom>
          <a:ln w="2540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ap-body-37" descr="scene-id=cap-body-37;classification=native_shape">
            <a:extLst>
              <a:ext uri="{FF2B5EF4-FFF2-40B4-BE49-F238E27FC236}">
                <a16:creationId xmlns:a16="http://schemas.microsoft.com/office/drawing/2014/main" id="{FE7D702A-2E79-689A-4A7F-CE012A4F9D68}"/>
              </a:ext>
            </a:extLst>
          </p:cNvPr>
          <p:cNvSpPr/>
          <p:nvPr/>
        </p:nvSpPr>
        <p:spPr>
          <a:xfrm>
            <a:off x="488555" y="2244701"/>
            <a:ext cx="160421" cy="94744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cap-top-36" descr="scene-id=cap-top-36;classification=native_shape">
            <a:extLst>
              <a:ext uri="{FF2B5EF4-FFF2-40B4-BE49-F238E27FC236}">
                <a16:creationId xmlns:a16="http://schemas.microsoft.com/office/drawing/2014/main" id="{01140324-27E6-3530-19EE-4FA662768394}"/>
              </a:ext>
            </a:extLst>
          </p:cNvPr>
          <p:cNvSpPr/>
          <p:nvPr/>
        </p:nvSpPr>
        <p:spPr>
          <a:xfrm>
            <a:off x="444804" y="2149958"/>
            <a:ext cx="247923" cy="131183"/>
          </a:xfrm>
          <a:prstGeom prst="diamond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chart-axis-101" descr="scene-id=chart-axis-101;classification=native_shape">
            <a:extLst>
              <a:ext uri="{FF2B5EF4-FFF2-40B4-BE49-F238E27FC236}">
                <a16:creationId xmlns:a16="http://schemas.microsoft.com/office/drawing/2014/main" id="{729412B5-4247-CDF4-8D4F-44D578813B47}"/>
              </a:ext>
            </a:extLst>
          </p:cNvPr>
          <p:cNvCxnSpPr/>
          <p:nvPr/>
        </p:nvCxnSpPr>
        <p:spPr>
          <a:xfrm>
            <a:off x="4360536" y="4496691"/>
            <a:ext cx="1042737" cy="0"/>
          </a:xfrm>
          <a:prstGeom prst="line">
            <a:avLst/>
          </a:prstGeom>
          <a:ln w="10160" cap="flat" cmpd="sng" algn="ctr">
            <a:solidFill>
              <a:srgbClr val="20202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hart-axis-102" descr="scene-id=chart-axis-102;classification=native_shape">
            <a:extLst>
              <a:ext uri="{FF2B5EF4-FFF2-40B4-BE49-F238E27FC236}">
                <a16:creationId xmlns:a16="http://schemas.microsoft.com/office/drawing/2014/main" id="{BD0EE048-7DC1-454C-3775-9001C49E38F2}"/>
              </a:ext>
            </a:extLst>
          </p:cNvPr>
          <p:cNvCxnSpPr/>
          <p:nvPr/>
        </p:nvCxnSpPr>
        <p:spPr>
          <a:xfrm flipV="1">
            <a:off x="4360536" y="3352476"/>
            <a:ext cx="0" cy="1144215"/>
          </a:xfrm>
          <a:prstGeom prst="line">
            <a:avLst/>
          </a:prstGeom>
          <a:ln w="10160" cap="flat" cmpd="sng" algn="ctr">
            <a:solidFill>
              <a:srgbClr val="20202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hart-axis-52" descr="scene-id=chart-axis-52;classification=native_shape">
            <a:extLst>
              <a:ext uri="{FF2B5EF4-FFF2-40B4-BE49-F238E27FC236}">
                <a16:creationId xmlns:a16="http://schemas.microsoft.com/office/drawing/2014/main" id="{E748F6E0-5E2B-38C1-9551-FFD7FD99E61B}"/>
              </a:ext>
            </a:extLst>
          </p:cNvPr>
          <p:cNvCxnSpPr/>
          <p:nvPr/>
        </p:nvCxnSpPr>
        <p:spPr>
          <a:xfrm flipV="1">
            <a:off x="430220" y="3060956"/>
            <a:ext cx="0" cy="247792"/>
          </a:xfrm>
          <a:prstGeom prst="line">
            <a:avLst/>
          </a:prstGeom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hart-axis-53" descr="scene-id=chart-axis-53;classification=native_shape">
            <a:extLst>
              <a:ext uri="{FF2B5EF4-FFF2-40B4-BE49-F238E27FC236}">
                <a16:creationId xmlns:a16="http://schemas.microsoft.com/office/drawing/2014/main" id="{3CD29931-5F30-8578-C369-930925D56EF4}"/>
              </a:ext>
            </a:extLst>
          </p:cNvPr>
          <p:cNvCxnSpPr/>
          <p:nvPr/>
        </p:nvCxnSpPr>
        <p:spPr>
          <a:xfrm>
            <a:off x="430220" y="3308748"/>
            <a:ext cx="269799" cy="0"/>
          </a:xfrm>
          <a:prstGeom prst="line">
            <a:avLst/>
          </a:prstGeom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hart-tick-115" descr="scene-id=chart-tick-115;classification=native_shape">
            <a:extLst>
              <a:ext uri="{FF2B5EF4-FFF2-40B4-BE49-F238E27FC236}">
                <a16:creationId xmlns:a16="http://schemas.microsoft.com/office/drawing/2014/main" id="{F3D14A88-32B0-35C8-1AF5-32C03E437827}"/>
              </a:ext>
            </a:extLst>
          </p:cNvPr>
          <p:cNvCxnSpPr/>
          <p:nvPr/>
        </p:nvCxnSpPr>
        <p:spPr>
          <a:xfrm>
            <a:off x="4360536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hart-tick-117" descr="scene-id=chart-tick-117;classification=native_shape">
            <a:extLst>
              <a:ext uri="{FF2B5EF4-FFF2-40B4-BE49-F238E27FC236}">
                <a16:creationId xmlns:a16="http://schemas.microsoft.com/office/drawing/2014/main" id="{69EC9555-059B-E064-00B3-EDE78B340DDA}"/>
              </a:ext>
            </a:extLst>
          </p:cNvPr>
          <p:cNvCxnSpPr/>
          <p:nvPr/>
        </p:nvCxnSpPr>
        <p:spPr>
          <a:xfrm>
            <a:off x="4534325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hart-tick-119" descr="scene-id=chart-tick-119;classification=native_shape">
            <a:extLst>
              <a:ext uri="{FF2B5EF4-FFF2-40B4-BE49-F238E27FC236}">
                <a16:creationId xmlns:a16="http://schemas.microsoft.com/office/drawing/2014/main" id="{F7FAA401-28A7-3C18-8570-F14F41873CDC}"/>
              </a:ext>
            </a:extLst>
          </p:cNvPr>
          <p:cNvCxnSpPr/>
          <p:nvPr/>
        </p:nvCxnSpPr>
        <p:spPr>
          <a:xfrm>
            <a:off x="4708115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hart-tick-121" descr="scene-id=chart-tick-121;classification=native_shape">
            <a:extLst>
              <a:ext uri="{FF2B5EF4-FFF2-40B4-BE49-F238E27FC236}">
                <a16:creationId xmlns:a16="http://schemas.microsoft.com/office/drawing/2014/main" id="{D6EC9D37-A626-A2BD-43D4-6A8AA81B588C}"/>
              </a:ext>
            </a:extLst>
          </p:cNvPr>
          <p:cNvCxnSpPr/>
          <p:nvPr/>
        </p:nvCxnSpPr>
        <p:spPr>
          <a:xfrm>
            <a:off x="4881904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hart-tick-123" descr="scene-id=chart-tick-123;classification=native_shape">
            <a:extLst>
              <a:ext uri="{FF2B5EF4-FFF2-40B4-BE49-F238E27FC236}">
                <a16:creationId xmlns:a16="http://schemas.microsoft.com/office/drawing/2014/main" id="{437352C2-639C-3064-C42D-D0F93E42FBB9}"/>
              </a:ext>
            </a:extLst>
          </p:cNvPr>
          <p:cNvCxnSpPr/>
          <p:nvPr/>
        </p:nvCxnSpPr>
        <p:spPr>
          <a:xfrm>
            <a:off x="5055694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hart-tick-125" descr="scene-id=chart-tick-125;classification=native_shape">
            <a:extLst>
              <a:ext uri="{FF2B5EF4-FFF2-40B4-BE49-F238E27FC236}">
                <a16:creationId xmlns:a16="http://schemas.microsoft.com/office/drawing/2014/main" id="{C748AD30-A523-BC14-D1FA-DF3EDD823550}"/>
              </a:ext>
            </a:extLst>
          </p:cNvPr>
          <p:cNvCxnSpPr/>
          <p:nvPr/>
        </p:nvCxnSpPr>
        <p:spPr>
          <a:xfrm>
            <a:off x="5229483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hart-tick-127" descr="scene-id=chart-tick-127;classification=native_shape">
            <a:extLst>
              <a:ext uri="{FF2B5EF4-FFF2-40B4-BE49-F238E27FC236}">
                <a16:creationId xmlns:a16="http://schemas.microsoft.com/office/drawing/2014/main" id="{906F2E61-BE82-33D5-04BC-3DA0EF633DE6}"/>
              </a:ext>
            </a:extLst>
          </p:cNvPr>
          <p:cNvCxnSpPr/>
          <p:nvPr/>
        </p:nvCxnSpPr>
        <p:spPr>
          <a:xfrm>
            <a:off x="5403273" y="4496691"/>
            <a:ext cx="0" cy="29152"/>
          </a:xfrm>
          <a:prstGeom prst="line">
            <a:avLst/>
          </a:prstGeom>
          <a:ln w="6350" cap="flat" cmpd="sng" algn="ctr">
            <a:solidFill>
              <a:srgbClr val="2222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chip-40" descr="scene-id=chip-40;classification=native_shape">
            <a:extLst>
              <a:ext uri="{FF2B5EF4-FFF2-40B4-BE49-F238E27FC236}">
                <a16:creationId xmlns:a16="http://schemas.microsoft.com/office/drawing/2014/main" id="{6C336DA2-43A6-34F1-E24E-4BF0CC1EFCE6}"/>
              </a:ext>
            </a:extLst>
          </p:cNvPr>
          <p:cNvSpPr/>
          <p:nvPr/>
        </p:nvSpPr>
        <p:spPr>
          <a:xfrm>
            <a:off x="444804" y="2623677"/>
            <a:ext cx="226048" cy="225928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db-bottom-78" descr="scene-id=db-bottom-78;classification=native_shape">
            <a:extLst>
              <a:ext uri="{FF2B5EF4-FFF2-40B4-BE49-F238E27FC236}">
                <a16:creationId xmlns:a16="http://schemas.microsoft.com/office/drawing/2014/main" id="{71994AD0-8886-33D4-5254-AFAE49660909}"/>
              </a:ext>
            </a:extLst>
          </p:cNvPr>
          <p:cNvSpPr/>
          <p:nvPr/>
        </p:nvSpPr>
        <p:spPr>
          <a:xfrm>
            <a:off x="1604211" y="3826196"/>
            <a:ext cx="189588" cy="7288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monitor-screen-262" descr="scene-id=monitor-screen-262;classification=native_shape">
            <a:extLst>
              <a:ext uri="{FF2B5EF4-FFF2-40B4-BE49-F238E27FC236}">
                <a16:creationId xmlns:a16="http://schemas.microsoft.com/office/drawing/2014/main" id="{0B197C50-D1AE-F644-F749-9BF8EE9B8C0E}"/>
              </a:ext>
            </a:extLst>
          </p:cNvPr>
          <p:cNvSpPr/>
          <p:nvPr/>
        </p:nvSpPr>
        <p:spPr>
          <a:xfrm>
            <a:off x="1283368" y="4999562"/>
            <a:ext cx="473972" cy="327960"/>
          </a:xfrm>
          <a:prstGeom prst="roundRect">
            <a:avLst/>
          </a:prstGeom>
          <a:solidFill>
            <a:srgbClr val="FFFFFF"/>
          </a:solidFill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monitor-screen-287" descr="scene-id=monitor-screen-287;classification=native_shape">
            <a:extLst>
              <a:ext uri="{FF2B5EF4-FFF2-40B4-BE49-F238E27FC236}">
                <a16:creationId xmlns:a16="http://schemas.microsoft.com/office/drawing/2014/main" id="{CA1129FC-BF30-80C2-0F35-4400EA193E6D}"/>
              </a:ext>
            </a:extLst>
          </p:cNvPr>
          <p:cNvSpPr/>
          <p:nvPr/>
        </p:nvSpPr>
        <p:spPr>
          <a:xfrm>
            <a:off x="5301186" y="5006850"/>
            <a:ext cx="450273" cy="311562"/>
          </a:xfrm>
          <a:prstGeom prst="roundRect">
            <a:avLst/>
          </a:prstGeom>
          <a:solidFill>
            <a:srgbClr val="FFFFFF"/>
          </a:solidFill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2" name="person-body-60" descr="scene-id=person-body-60;classification=native_shape">
            <a:extLst>
              <a:ext uri="{FF2B5EF4-FFF2-40B4-BE49-F238E27FC236}">
                <a16:creationId xmlns:a16="http://schemas.microsoft.com/office/drawing/2014/main" id="{B2187781-6697-6030-6104-B71A1D220783}"/>
              </a:ext>
            </a:extLst>
          </p:cNvPr>
          <p:cNvCxnSpPr/>
          <p:nvPr/>
        </p:nvCxnSpPr>
        <p:spPr>
          <a:xfrm flipH="1">
            <a:off x="481263" y="3665860"/>
            <a:ext cx="58335" cy="123895"/>
          </a:xfrm>
          <a:prstGeom prst="line">
            <a:avLst/>
          </a:prstGeom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person-body-61" descr="scene-id=person-body-61;classification=native_shape">
            <a:extLst>
              <a:ext uri="{FF2B5EF4-FFF2-40B4-BE49-F238E27FC236}">
                <a16:creationId xmlns:a16="http://schemas.microsoft.com/office/drawing/2014/main" id="{94346DA5-228A-CE3B-761C-9DA03DBE2BCB}"/>
              </a:ext>
            </a:extLst>
          </p:cNvPr>
          <p:cNvCxnSpPr/>
          <p:nvPr/>
        </p:nvCxnSpPr>
        <p:spPr>
          <a:xfrm>
            <a:off x="539598" y="3665860"/>
            <a:ext cx="87502" cy="72880"/>
          </a:xfrm>
          <a:prstGeom prst="line">
            <a:avLst/>
          </a:prstGeom>
          <a:ln w="1778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person-head-59" descr="scene-id=person-head-59;classification=native_shape">
            <a:extLst>
              <a:ext uri="{FF2B5EF4-FFF2-40B4-BE49-F238E27FC236}">
                <a16:creationId xmlns:a16="http://schemas.microsoft.com/office/drawing/2014/main" id="{6831FF4C-C600-5641-F7B8-D76889E3A420}"/>
              </a:ext>
            </a:extLst>
          </p:cNvPr>
          <p:cNvSpPr/>
          <p:nvPr/>
        </p:nvSpPr>
        <p:spPr>
          <a:xfrm>
            <a:off x="488555" y="3556540"/>
            <a:ext cx="109378" cy="109320"/>
          </a:xfrm>
          <a:prstGeom prst="ellipse">
            <a:avLst/>
          </a:prstGeom>
          <a:solidFill>
            <a:srgbClr val="FFFFFF"/>
          </a:solidFill>
          <a:ln w="1524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bar-238" descr="scene-id=bar-238;classification=native_shape">
            <a:extLst>
              <a:ext uri="{FF2B5EF4-FFF2-40B4-BE49-F238E27FC236}">
                <a16:creationId xmlns:a16="http://schemas.microsoft.com/office/drawing/2014/main" id="{7BDB9476-FB6F-6E16-94B2-7FCB7F09D13A}"/>
              </a:ext>
            </a:extLst>
          </p:cNvPr>
          <p:cNvSpPr/>
          <p:nvPr/>
        </p:nvSpPr>
        <p:spPr>
          <a:xfrm>
            <a:off x="8458564" y="3235868"/>
            <a:ext cx="65627" cy="13847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bar-239" descr="scene-id=bar-239;classification=native_shape">
            <a:extLst>
              <a:ext uri="{FF2B5EF4-FFF2-40B4-BE49-F238E27FC236}">
                <a16:creationId xmlns:a16="http://schemas.microsoft.com/office/drawing/2014/main" id="{FA298889-1CCF-ED26-5A37-29568B5CB743}"/>
              </a:ext>
            </a:extLst>
          </p:cNvPr>
          <p:cNvSpPr/>
          <p:nvPr/>
        </p:nvSpPr>
        <p:spPr>
          <a:xfrm>
            <a:off x="8560650" y="3133836"/>
            <a:ext cx="65627" cy="24050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bar-240" descr="scene-id=bar-240;classification=native_shape">
            <a:extLst>
              <a:ext uri="{FF2B5EF4-FFF2-40B4-BE49-F238E27FC236}">
                <a16:creationId xmlns:a16="http://schemas.microsoft.com/office/drawing/2014/main" id="{D962E320-5D9F-74D4-76D7-EF2EFAD51376}"/>
              </a:ext>
            </a:extLst>
          </p:cNvPr>
          <p:cNvSpPr/>
          <p:nvPr/>
        </p:nvSpPr>
        <p:spPr>
          <a:xfrm>
            <a:off x="8662737" y="3039092"/>
            <a:ext cx="65627" cy="3352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bar-54" descr="scene-id=bar-54;classification=native_shape">
            <a:extLst>
              <a:ext uri="{FF2B5EF4-FFF2-40B4-BE49-F238E27FC236}">
                <a16:creationId xmlns:a16="http://schemas.microsoft.com/office/drawing/2014/main" id="{91218999-B90A-F728-DCFA-03EC534FEE52}"/>
              </a:ext>
            </a:extLst>
          </p:cNvPr>
          <p:cNvSpPr/>
          <p:nvPr/>
        </p:nvSpPr>
        <p:spPr>
          <a:xfrm>
            <a:off x="481263" y="3206716"/>
            <a:ext cx="43751" cy="102032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bar-55" descr="scene-id=bar-55;classification=native_shape">
            <a:extLst>
              <a:ext uri="{FF2B5EF4-FFF2-40B4-BE49-F238E27FC236}">
                <a16:creationId xmlns:a16="http://schemas.microsoft.com/office/drawing/2014/main" id="{DEC06CA2-E60F-A4DB-5B8F-7B21612DCB34}"/>
              </a:ext>
            </a:extLst>
          </p:cNvPr>
          <p:cNvSpPr/>
          <p:nvPr/>
        </p:nvSpPr>
        <p:spPr>
          <a:xfrm>
            <a:off x="561474" y="3141124"/>
            <a:ext cx="43751" cy="167624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bar-56" descr="scene-id=bar-56;classification=native_shape">
            <a:extLst>
              <a:ext uri="{FF2B5EF4-FFF2-40B4-BE49-F238E27FC236}">
                <a16:creationId xmlns:a16="http://schemas.microsoft.com/office/drawing/2014/main" id="{56054B60-E46E-B6D1-459C-145A2A06F003}"/>
              </a:ext>
            </a:extLst>
          </p:cNvPr>
          <p:cNvSpPr/>
          <p:nvPr/>
        </p:nvSpPr>
        <p:spPr>
          <a:xfrm>
            <a:off x="641684" y="3082820"/>
            <a:ext cx="43751" cy="225928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blocks-337" descr="scene-id=blocks-337;classification=native_shape">
            <a:extLst>
              <a:ext uri="{FF2B5EF4-FFF2-40B4-BE49-F238E27FC236}">
                <a16:creationId xmlns:a16="http://schemas.microsoft.com/office/drawing/2014/main" id="{3B62E273-97D7-A453-7A46-0FC0522E6FF5}"/>
              </a:ext>
            </a:extLst>
          </p:cNvPr>
          <p:cNvSpPr/>
          <p:nvPr/>
        </p:nvSpPr>
        <p:spPr>
          <a:xfrm>
            <a:off x="10821129" y="5181762"/>
            <a:ext cx="160422" cy="13847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building-320" descr="scene-id=building-320;classification=native_shape">
            <a:extLst>
              <a:ext uri="{FF2B5EF4-FFF2-40B4-BE49-F238E27FC236}">
                <a16:creationId xmlns:a16="http://schemas.microsoft.com/office/drawing/2014/main" id="{B4B4E779-F176-8860-F44A-3063E6A3F7AE}"/>
              </a:ext>
            </a:extLst>
          </p:cNvPr>
          <p:cNvSpPr/>
          <p:nvPr/>
        </p:nvSpPr>
        <p:spPr>
          <a:xfrm>
            <a:off x="9814851" y="5028714"/>
            <a:ext cx="94795" cy="29880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building-324" descr="scene-id=building-324;classification=native_shape">
            <a:extLst>
              <a:ext uri="{FF2B5EF4-FFF2-40B4-BE49-F238E27FC236}">
                <a16:creationId xmlns:a16="http://schemas.microsoft.com/office/drawing/2014/main" id="{67F57FE6-DA42-F342-539B-73E9429E0BA6}"/>
              </a:ext>
            </a:extLst>
          </p:cNvPr>
          <p:cNvSpPr/>
          <p:nvPr/>
        </p:nvSpPr>
        <p:spPr>
          <a:xfrm>
            <a:off x="9924230" y="4984986"/>
            <a:ext cx="94794" cy="34253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building-328" descr="scene-id=building-328;classification=native_shape">
            <a:extLst>
              <a:ext uri="{FF2B5EF4-FFF2-40B4-BE49-F238E27FC236}">
                <a16:creationId xmlns:a16="http://schemas.microsoft.com/office/drawing/2014/main" id="{F87A9F7C-36D0-3ACC-2E44-C742450703EC}"/>
              </a:ext>
            </a:extLst>
          </p:cNvPr>
          <p:cNvSpPr/>
          <p:nvPr/>
        </p:nvSpPr>
        <p:spPr>
          <a:xfrm>
            <a:off x="10048191" y="4941258"/>
            <a:ext cx="94795" cy="38626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chip-core-49" descr="scene-id=chip-core-49;classification=native_shape">
            <a:extLst>
              <a:ext uri="{FF2B5EF4-FFF2-40B4-BE49-F238E27FC236}">
                <a16:creationId xmlns:a16="http://schemas.microsoft.com/office/drawing/2014/main" id="{FA2D85B7-77A1-9B4D-8D11-35FE330A0502}"/>
              </a:ext>
            </a:extLst>
          </p:cNvPr>
          <p:cNvSpPr/>
          <p:nvPr/>
        </p:nvSpPr>
        <p:spPr>
          <a:xfrm>
            <a:off x="503139" y="2681981"/>
            <a:ext cx="109378" cy="109320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chip-pin-41" descr="scene-id=chip-pin-41;classification=native_shape">
            <a:extLst>
              <a:ext uri="{FF2B5EF4-FFF2-40B4-BE49-F238E27FC236}">
                <a16:creationId xmlns:a16="http://schemas.microsoft.com/office/drawing/2014/main" id="{D168A1BE-FFAB-235B-7110-825E8114D2D2}"/>
              </a:ext>
            </a:extLst>
          </p:cNvPr>
          <p:cNvCxnSpPr/>
          <p:nvPr/>
        </p:nvCxnSpPr>
        <p:spPr>
          <a:xfrm>
            <a:off x="408345" y="2645541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hip-pin-42" descr="scene-id=chip-pin-42;classification=native_shape">
            <a:extLst>
              <a:ext uri="{FF2B5EF4-FFF2-40B4-BE49-F238E27FC236}">
                <a16:creationId xmlns:a16="http://schemas.microsoft.com/office/drawing/2014/main" id="{754A8E96-22F6-453F-2087-775C0A250BE0}"/>
              </a:ext>
            </a:extLst>
          </p:cNvPr>
          <p:cNvCxnSpPr/>
          <p:nvPr/>
        </p:nvCxnSpPr>
        <p:spPr>
          <a:xfrm>
            <a:off x="670852" y="2645541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hip-pin-43" descr="scene-id=chip-pin-43;classification=native_shape">
            <a:extLst>
              <a:ext uri="{FF2B5EF4-FFF2-40B4-BE49-F238E27FC236}">
                <a16:creationId xmlns:a16="http://schemas.microsoft.com/office/drawing/2014/main" id="{120B81AA-AEC7-F399-C87A-32DDAD48083E}"/>
              </a:ext>
            </a:extLst>
          </p:cNvPr>
          <p:cNvCxnSpPr/>
          <p:nvPr/>
        </p:nvCxnSpPr>
        <p:spPr>
          <a:xfrm>
            <a:off x="408345" y="2711133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hip-pin-44" descr="scene-id=chip-pin-44;classification=native_shape">
            <a:extLst>
              <a:ext uri="{FF2B5EF4-FFF2-40B4-BE49-F238E27FC236}">
                <a16:creationId xmlns:a16="http://schemas.microsoft.com/office/drawing/2014/main" id="{C746F4E9-9DE0-65BE-DE8E-061F45B433E1}"/>
              </a:ext>
            </a:extLst>
          </p:cNvPr>
          <p:cNvCxnSpPr/>
          <p:nvPr/>
        </p:nvCxnSpPr>
        <p:spPr>
          <a:xfrm>
            <a:off x="670852" y="2711133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hip-pin-45" descr="scene-id=chip-pin-45;classification=native_shape">
            <a:extLst>
              <a:ext uri="{FF2B5EF4-FFF2-40B4-BE49-F238E27FC236}">
                <a16:creationId xmlns:a16="http://schemas.microsoft.com/office/drawing/2014/main" id="{79ED4019-5FBC-62E9-84B5-0739C1E325FA}"/>
              </a:ext>
            </a:extLst>
          </p:cNvPr>
          <p:cNvCxnSpPr/>
          <p:nvPr/>
        </p:nvCxnSpPr>
        <p:spPr>
          <a:xfrm>
            <a:off x="408345" y="2776725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hip-pin-46" descr="scene-id=chip-pin-46;classification=native_shape">
            <a:extLst>
              <a:ext uri="{FF2B5EF4-FFF2-40B4-BE49-F238E27FC236}">
                <a16:creationId xmlns:a16="http://schemas.microsoft.com/office/drawing/2014/main" id="{9F251985-D254-720D-949D-3D37A1EC73D8}"/>
              </a:ext>
            </a:extLst>
          </p:cNvPr>
          <p:cNvCxnSpPr/>
          <p:nvPr/>
        </p:nvCxnSpPr>
        <p:spPr>
          <a:xfrm>
            <a:off x="670852" y="2776725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hip-pin-47" descr="scene-id=chip-pin-47;classification=native_shape">
            <a:extLst>
              <a:ext uri="{FF2B5EF4-FFF2-40B4-BE49-F238E27FC236}">
                <a16:creationId xmlns:a16="http://schemas.microsoft.com/office/drawing/2014/main" id="{2659D1A3-15BB-B944-AAF3-66B46D8EBFE1}"/>
              </a:ext>
            </a:extLst>
          </p:cNvPr>
          <p:cNvCxnSpPr/>
          <p:nvPr/>
        </p:nvCxnSpPr>
        <p:spPr>
          <a:xfrm>
            <a:off x="408345" y="2842317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hip-pin-48" descr="scene-id=chip-pin-48;classification=native_shape">
            <a:extLst>
              <a:ext uri="{FF2B5EF4-FFF2-40B4-BE49-F238E27FC236}">
                <a16:creationId xmlns:a16="http://schemas.microsoft.com/office/drawing/2014/main" id="{898FE39D-133F-D4BC-EB25-788539CA5D31}"/>
              </a:ext>
            </a:extLst>
          </p:cNvPr>
          <p:cNvCxnSpPr/>
          <p:nvPr/>
        </p:nvCxnSpPr>
        <p:spPr>
          <a:xfrm>
            <a:off x="670852" y="2842317"/>
            <a:ext cx="36459" cy="0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feedback-dot-62" descr="scene-id=feedback-dot-62;classification=native_shape">
            <a:extLst>
              <a:ext uri="{FF2B5EF4-FFF2-40B4-BE49-F238E27FC236}">
                <a16:creationId xmlns:a16="http://schemas.microsoft.com/office/drawing/2014/main" id="{97352734-668C-55C6-9893-81A6DB623AAD}"/>
              </a:ext>
            </a:extLst>
          </p:cNvPr>
          <p:cNvSpPr/>
          <p:nvPr/>
        </p:nvSpPr>
        <p:spPr>
          <a:xfrm>
            <a:off x="612517" y="3695012"/>
            <a:ext cx="116670" cy="116608"/>
          </a:xfrm>
          <a:prstGeom prst="ellipse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map-pin-334" descr="scene-id=map-pin-334;classification=native_shape">
            <a:extLst>
              <a:ext uri="{FF2B5EF4-FFF2-40B4-BE49-F238E27FC236}">
                <a16:creationId xmlns:a16="http://schemas.microsoft.com/office/drawing/2014/main" id="{AD2EDE75-E20A-2726-496A-A47F1102C297}"/>
              </a:ext>
            </a:extLst>
          </p:cNvPr>
          <p:cNvSpPr/>
          <p:nvPr/>
        </p:nvSpPr>
        <p:spPr>
          <a:xfrm>
            <a:off x="10660708" y="4984986"/>
            <a:ext cx="175005" cy="17491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6" name="map-stem-336" descr="scene-id=map-stem-336;classification=native_shape">
            <a:extLst>
              <a:ext uri="{FF2B5EF4-FFF2-40B4-BE49-F238E27FC236}">
                <a16:creationId xmlns:a16="http://schemas.microsoft.com/office/drawing/2014/main" id="{0DB619FE-5D25-D972-30A1-55468628FF99}"/>
              </a:ext>
            </a:extLst>
          </p:cNvPr>
          <p:cNvSpPr/>
          <p:nvPr/>
        </p:nvSpPr>
        <p:spPr>
          <a:xfrm rot="10800000">
            <a:off x="10675292" y="5108882"/>
            <a:ext cx="145837" cy="182200"/>
          </a:xfrm>
          <a:prstGeom prst="triangl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7" name="monitor-base-264" descr="scene-id=monitor-base-264;classification=native_shape">
            <a:extLst>
              <a:ext uri="{FF2B5EF4-FFF2-40B4-BE49-F238E27FC236}">
                <a16:creationId xmlns:a16="http://schemas.microsoft.com/office/drawing/2014/main" id="{458E38FC-E9E7-41C0-03CE-C6206ACD8C30}"/>
              </a:ext>
            </a:extLst>
          </p:cNvPr>
          <p:cNvCxnSpPr/>
          <p:nvPr/>
        </p:nvCxnSpPr>
        <p:spPr>
          <a:xfrm>
            <a:off x="1407330" y="5422266"/>
            <a:ext cx="226048" cy="0"/>
          </a:xfrm>
          <a:prstGeom prst="line">
            <a:avLst/>
          </a:prstGeom>
          <a:ln w="1905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monitor-base-289" descr="scene-id=monitor-base-289;classification=native_shape">
            <a:extLst>
              <a:ext uri="{FF2B5EF4-FFF2-40B4-BE49-F238E27FC236}">
                <a16:creationId xmlns:a16="http://schemas.microsoft.com/office/drawing/2014/main" id="{36D0990D-3AD6-BEB9-8EAC-66BFA0CD3CF9}"/>
              </a:ext>
            </a:extLst>
          </p:cNvPr>
          <p:cNvCxnSpPr/>
          <p:nvPr/>
        </p:nvCxnSpPr>
        <p:spPr>
          <a:xfrm>
            <a:off x="5418950" y="5408418"/>
            <a:ext cx="214746" cy="0"/>
          </a:xfrm>
          <a:prstGeom prst="line">
            <a:avLst/>
          </a:prstGeom>
          <a:ln w="1905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monitor-stand-263" descr="scene-id=monitor-stand-263;classification=native_shape">
            <a:extLst>
              <a:ext uri="{FF2B5EF4-FFF2-40B4-BE49-F238E27FC236}">
                <a16:creationId xmlns:a16="http://schemas.microsoft.com/office/drawing/2014/main" id="{E26D0623-01B0-3C4E-C0D9-9F87CE03D3AC}"/>
              </a:ext>
            </a:extLst>
          </p:cNvPr>
          <p:cNvCxnSpPr/>
          <p:nvPr/>
        </p:nvCxnSpPr>
        <p:spPr>
          <a:xfrm>
            <a:off x="1516708" y="5327522"/>
            <a:ext cx="0" cy="94744"/>
          </a:xfrm>
          <a:prstGeom prst="line">
            <a:avLst/>
          </a:prstGeom>
          <a:ln w="1905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monitor-stand-288" descr="scene-id=monitor-stand-288;classification=native_shape">
            <a:extLst>
              <a:ext uri="{FF2B5EF4-FFF2-40B4-BE49-F238E27FC236}">
                <a16:creationId xmlns:a16="http://schemas.microsoft.com/office/drawing/2014/main" id="{37B7843D-9EB8-6909-54B0-4A53A4796CB5}"/>
              </a:ext>
            </a:extLst>
          </p:cNvPr>
          <p:cNvCxnSpPr/>
          <p:nvPr/>
        </p:nvCxnSpPr>
        <p:spPr>
          <a:xfrm>
            <a:off x="5522859" y="5318412"/>
            <a:ext cx="0" cy="90006"/>
          </a:xfrm>
          <a:prstGeom prst="line">
            <a:avLst/>
          </a:prstGeom>
          <a:ln w="1905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net-edge-312" descr="scene-id=net-edge-312;classification=native_shape">
            <a:extLst>
              <a:ext uri="{FF2B5EF4-FFF2-40B4-BE49-F238E27FC236}">
                <a16:creationId xmlns:a16="http://schemas.microsoft.com/office/drawing/2014/main" id="{E54AA484-04F0-9F52-69A3-BF5DD0A0F3CF}"/>
              </a:ext>
            </a:extLst>
          </p:cNvPr>
          <p:cNvCxnSpPr/>
          <p:nvPr/>
        </p:nvCxnSpPr>
        <p:spPr>
          <a:xfrm flipV="1">
            <a:off x="9063789" y="4992274"/>
            <a:ext cx="131254" cy="102032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net-edge-313" descr="scene-id=net-edge-313;classification=native_shape">
            <a:extLst>
              <a:ext uri="{FF2B5EF4-FFF2-40B4-BE49-F238E27FC236}">
                <a16:creationId xmlns:a16="http://schemas.microsoft.com/office/drawing/2014/main" id="{F2EFCED7-80A3-C6BA-71A5-3657F5024A76}"/>
              </a:ext>
            </a:extLst>
          </p:cNvPr>
          <p:cNvCxnSpPr/>
          <p:nvPr/>
        </p:nvCxnSpPr>
        <p:spPr>
          <a:xfrm>
            <a:off x="9195043" y="4992274"/>
            <a:ext cx="145837" cy="109320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net-edge-314" descr="scene-id=net-edge-314;classification=native_shape">
            <a:extLst>
              <a:ext uri="{FF2B5EF4-FFF2-40B4-BE49-F238E27FC236}">
                <a16:creationId xmlns:a16="http://schemas.microsoft.com/office/drawing/2014/main" id="{318F3AE2-9721-73D8-C7F5-340E9F3FE478}"/>
              </a:ext>
            </a:extLst>
          </p:cNvPr>
          <p:cNvCxnSpPr/>
          <p:nvPr/>
        </p:nvCxnSpPr>
        <p:spPr>
          <a:xfrm flipH="1">
            <a:off x="9282546" y="5101594"/>
            <a:ext cx="58334" cy="174912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net-edge-315" descr="scene-id=net-edge-315;classification=native_shape">
            <a:extLst>
              <a:ext uri="{FF2B5EF4-FFF2-40B4-BE49-F238E27FC236}">
                <a16:creationId xmlns:a16="http://schemas.microsoft.com/office/drawing/2014/main" id="{FB07BBD6-A297-11E2-AAAE-F9A23FE2F932}"/>
              </a:ext>
            </a:extLst>
          </p:cNvPr>
          <p:cNvCxnSpPr/>
          <p:nvPr/>
        </p:nvCxnSpPr>
        <p:spPr>
          <a:xfrm flipH="1">
            <a:off x="9078373" y="5276506"/>
            <a:ext cx="204173" cy="7288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net-edge-316" descr="scene-id=net-edge-316;classification=native_shape">
            <a:extLst>
              <a:ext uri="{FF2B5EF4-FFF2-40B4-BE49-F238E27FC236}">
                <a16:creationId xmlns:a16="http://schemas.microsoft.com/office/drawing/2014/main" id="{BD855218-FA6E-02CF-DF85-4992E4FC300B}"/>
              </a:ext>
            </a:extLst>
          </p:cNvPr>
          <p:cNvCxnSpPr/>
          <p:nvPr/>
        </p:nvCxnSpPr>
        <p:spPr>
          <a:xfrm flipH="1" flipV="1">
            <a:off x="9063789" y="5094306"/>
            <a:ext cx="14584" cy="189488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net-edge-317" descr="scene-id=net-edge-317;classification=native_shape">
            <a:extLst>
              <a:ext uri="{FF2B5EF4-FFF2-40B4-BE49-F238E27FC236}">
                <a16:creationId xmlns:a16="http://schemas.microsoft.com/office/drawing/2014/main" id="{672D2509-8FFD-212C-034E-3FEE08789C2E}"/>
              </a:ext>
            </a:extLst>
          </p:cNvPr>
          <p:cNvCxnSpPr/>
          <p:nvPr/>
        </p:nvCxnSpPr>
        <p:spPr>
          <a:xfrm>
            <a:off x="9063789" y="5094306"/>
            <a:ext cx="277091" cy="7288"/>
          </a:xfrm>
          <a:prstGeom prst="line">
            <a:avLst/>
          </a:prstGeom>
          <a:ln w="15240" cap="flat" cmpd="sng" algn="ctr">
            <a:solidFill>
              <a:srgbClr val="FFFF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pin-head-229" descr="scene-id=pin-head-229;classification=native_shape">
            <a:extLst>
              <a:ext uri="{FF2B5EF4-FFF2-40B4-BE49-F238E27FC236}">
                <a16:creationId xmlns:a16="http://schemas.microsoft.com/office/drawing/2014/main" id="{C37D04AB-0F3C-9B1B-96A6-A1426013D0DB}"/>
              </a:ext>
            </a:extLst>
          </p:cNvPr>
          <p:cNvSpPr/>
          <p:nvPr/>
        </p:nvSpPr>
        <p:spPr>
          <a:xfrm>
            <a:off x="8502316" y="2244701"/>
            <a:ext cx="175005" cy="174912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pin-tip-230" descr="scene-id=pin-tip-230;classification=native_shape">
            <a:extLst>
              <a:ext uri="{FF2B5EF4-FFF2-40B4-BE49-F238E27FC236}">
                <a16:creationId xmlns:a16="http://schemas.microsoft.com/office/drawing/2014/main" id="{4C0DACE2-C1E0-1943-EFF7-29DBE16C4EE0}"/>
              </a:ext>
            </a:extLst>
          </p:cNvPr>
          <p:cNvSpPr/>
          <p:nvPr/>
        </p:nvSpPr>
        <p:spPr>
          <a:xfrm rot="5400000">
            <a:off x="8487732" y="2368597"/>
            <a:ext cx="204172" cy="204064"/>
          </a:xfrm>
          <a:prstGeom prst="chevron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9" name="scale-base-282" descr="scene-id=scale-base-282;classification=native_shape">
            <a:extLst>
              <a:ext uri="{FF2B5EF4-FFF2-40B4-BE49-F238E27FC236}">
                <a16:creationId xmlns:a16="http://schemas.microsoft.com/office/drawing/2014/main" id="{8E293358-54F5-B7E2-D515-731C0BDE4D6E}"/>
              </a:ext>
            </a:extLst>
          </p:cNvPr>
          <p:cNvCxnSpPr/>
          <p:nvPr/>
        </p:nvCxnSpPr>
        <p:spPr>
          <a:xfrm>
            <a:off x="3434469" y="5414978"/>
            <a:ext cx="320842" cy="0"/>
          </a:xfrm>
          <a:prstGeom prst="line">
            <a:avLst/>
          </a:prstGeom>
          <a:ln w="254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cale-beam-274" descr="scene-id=scale-beam-274;classification=native_shape">
            <a:extLst>
              <a:ext uri="{FF2B5EF4-FFF2-40B4-BE49-F238E27FC236}">
                <a16:creationId xmlns:a16="http://schemas.microsoft.com/office/drawing/2014/main" id="{7D407DAE-35E3-2543-1DDD-090B943D3726}"/>
              </a:ext>
            </a:extLst>
          </p:cNvPr>
          <p:cNvCxnSpPr/>
          <p:nvPr/>
        </p:nvCxnSpPr>
        <p:spPr>
          <a:xfrm>
            <a:off x="3332383" y="5043290"/>
            <a:ext cx="525014" cy="0"/>
          </a:xfrm>
          <a:prstGeom prst="line">
            <a:avLst/>
          </a:prstGeom>
          <a:ln w="254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cale-left-276" descr="scene-id=scale-left-276;classification=native_shape">
            <a:extLst>
              <a:ext uri="{FF2B5EF4-FFF2-40B4-BE49-F238E27FC236}">
                <a16:creationId xmlns:a16="http://schemas.microsoft.com/office/drawing/2014/main" id="{90C85DA1-223B-9D7F-C79C-9A74BC1FCA93}"/>
              </a:ext>
            </a:extLst>
          </p:cNvPr>
          <p:cNvCxnSpPr/>
          <p:nvPr/>
        </p:nvCxnSpPr>
        <p:spPr>
          <a:xfrm flipH="1">
            <a:off x="3325091" y="5043290"/>
            <a:ext cx="72919" cy="204064"/>
          </a:xfrm>
          <a:prstGeom prst="line">
            <a:avLst/>
          </a:prstGeom>
          <a:ln w="1524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cale-left-277" descr="scene-id=scale-left-277;classification=native_shape">
            <a:extLst>
              <a:ext uri="{FF2B5EF4-FFF2-40B4-BE49-F238E27FC236}">
                <a16:creationId xmlns:a16="http://schemas.microsoft.com/office/drawing/2014/main" id="{45DCD82A-8F73-0B18-19A7-277B8074E51C}"/>
              </a:ext>
            </a:extLst>
          </p:cNvPr>
          <p:cNvCxnSpPr/>
          <p:nvPr/>
        </p:nvCxnSpPr>
        <p:spPr>
          <a:xfrm>
            <a:off x="3398010" y="5043290"/>
            <a:ext cx="72918" cy="204064"/>
          </a:xfrm>
          <a:prstGeom prst="line">
            <a:avLst/>
          </a:prstGeom>
          <a:ln w="1524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cale-post-273" descr="scene-id=scale-post-273;classification=native_shape">
            <a:extLst>
              <a:ext uri="{FF2B5EF4-FFF2-40B4-BE49-F238E27FC236}">
                <a16:creationId xmlns:a16="http://schemas.microsoft.com/office/drawing/2014/main" id="{A675DB14-13A1-86B9-665F-6B426277969D}"/>
              </a:ext>
            </a:extLst>
          </p:cNvPr>
          <p:cNvCxnSpPr/>
          <p:nvPr/>
        </p:nvCxnSpPr>
        <p:spPr>
          <a:xfrm>
            <a:off x="3594890" y="4984986"/>
            <a:ext cx="0" cy="422704"/>
          </a:xfrm>
          <a:prstGeom prst="line">
            <a:avLst/>
          </a:prstGeom>
          <a:ln w="254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cale-right-278" descr="scene-id=scale-right-278;classification=native_shape">
            <a:extLst>
              <a:ext uri="{FF2B5EF4-FFF2-40B4-BE49-F238E27FC236}">
                <a16:creationId xmlns:a16="http://schemas.microsoft.com/office/drawing/2014/main" id="{84700AA5-E98E-2657-7902-D3D108FDBC2F}"/>
              </a:ext>
            </a:extLst>
          </p:cNvPr>
          <p:cNvCxnSpPr/>
          <p:nvPr/>
        </p:nvCxnSpPr>
        <p:spPr>
          <a:xfrm flipH="1">
            <a:off x="3711560" y="5043290"/>
            <a:ext cx="72918" cy="204064"/>
          </a:xfrm>
          <a:prstGeom prst="line">
            <a:avLst/>
          </a:prstGeom>
          <a:ln w="1524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cale-right-279" descr="scene-id=scale-right-279;classification=native_shape">
            <a:extLst>
              <a:ext uri="{FF2B5EF4-FFF2-40B4-BE49-F238E27FC236}">
                <a16:creationId xmlns:a16="http://schemas.microsoft.com/office/drawing/2014/main" id="{683CDC8D-63B4-4E38-2AB5-B868527EBA74}"/>
              </a:ext>
            </a:extLst>
          </p:cNvPr>
          <p:cNvCxnSpPr/>
          <p:nvPr/>
        </p:nvCxnSpPr>
        <p:spPr>
          <a:xfrm>
            <a:off x="3784478" y="5043290"/>
            <a:ext cx="72919" cy="204064"/>
          </a:xfrm>
          <a:prstGeom prst="line">
            <a:avLst/>
          </a:prstGeom>
          <a:ln w="1524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shield-340" descr="scene-id=shield-340;classification=native_shape">
            <a:extLst>
              <a:ext uri="{FF2B5EF4-FFF2-40B4-BE49-F238E27FC236}">
                <a16:creationId xmlns:a16="http://schemas.microsoft.com/office/drawing/2014/main" id="{F13F060F-B73C-A636-23EE-0849CE3E1C8F}"/>
              </a:ext>
            </a:extLst>
          </p:cNvPr>
          <p:cNvSpPr/>
          <p:nvPr/>
        </p:nvSpPr>
        <p:spPr>
          <a:xfrm>
            <a:off x="11360727" y="4992274"/>
            <a:ext cx="320843" cy="364400"/>
          </a:xfrm>
          <a:prstGeom prst="diamond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train-body-247" descr="scene-id=train-body-247;classification=native_shape">
            <a:extLst>
              <a:ext uri="{FF2B5EF4-FFF2-40B4-BE49-F238E27FC236}">
                <a16:creationId xmlns:a16="http://schemas.microsoft.com/office/drawing/2014/main" id="{1BB8609D-D06D-2147-9B60-16FF1CA0778E}"/>
              </a:ext>
            </a:extLst>
          </p:cNvPr>
          <p:cNvSpPr/>
          <p:nvPr/>
        </p:nvSpPr>
        <p:spPr>
          <a:xfrm>
            <a:off x="8473149" y="3899076"/>
            <a:ext cx="233340" cy="262367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map-hole-335" descr="scene-id=map-hole-335;classification=native_shape">
            <a:extLst>
              <a:ext uri="{FF2B5EF4-FFF2-40B4-BE49-F238E27FC236}">
                <a16:creationId xmlns:a16="http://schemas.microsoft.com/office/drawing/2014/main" id="{DBBF5B2A-E6DA-64A8-EEB9-42AD5DB64086}"/>
              </a:ext>
            </a:extLst>
          </p:cNvPr>
          <p:cNvSpPr/>
          <p:nvPr/>
        </p:nvSpPr>
        <p:spPr>
          <a:xfrm>
            <a:off x="10719043" y="5043290"/>
            <a:ext cx="58336" cy="58304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net-node-307" descr="scene-id=net-node-307;classification=native_shape">
            <a:extLst>
              <a:ext uri="{FF2B5EF4-FFF2-40B4-BE49-F238E27FC236}">
                <a16:creationId xmlns:a16="http://schemas.microsoft.com/office/drawing/2014/main" id="{32FB2DD2-C2E3-BD0F-27B5-2B04A06765B9}"/>
              </a:ext>
            </a:extLst>
          </p:cNvPr>
          <p:cNvSpPr/>
          <p:nvPr/>
        </p:nvSpPr>
        <p:spPr>
          <a:xfrm>
            <a:off x="9027330" y="5057866"/>
            <a:ext cx="72919" cy="7288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net-node-308" descr="scene-id=net-node-308;classification=native_shape">
            <a:extLst>
              <a:ext uri="{FF2B5EF4-FFF2-40B4-BE49-F238E27FC236}">
                <a16:creationId xmlns:a16="http://schemas.microsoft.com/office/drawing/2014/main" id="{40196DFF-5EB9-9000-0FB3-B95FCDCFFE92}"/>
              </a:ext>
            </a:extLst>
          </p:cNvPr>
          <p:cNvSpPr/>
          <p:nvPr/>
        </p:nvSpPr>
        <p:spPr>
          <a:xfrm>
            <a:off x="9158584" y="4955834"/>
            <a:ext cx="72918" cy="7288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net-node-309" descr="scene-id=net-node-309;classification=native_shape">
            <a:extLst>
              <a:ext uri="{FF2B5EF4-FFF2-40B4-BE49-F238E27FC236}">
                <a16:creationId xmlns:a16="http://schemas.microsoft.com/office/drawing/2014/main" id="{E66F3FF8-F40F-D951-B4D3-191EAB3492A3}"/>
              </a:ext>
            </a:extLst>
          </p:cNvPr>
          <p:cNvSpPr/>
          <p:nvPr/>
        </p:nvSpPr>
        <p:spPr>
          <a:xfrm>
            <a:off x="9304421" y="5065154"/>
            <a:ext cx="72919" cy="7288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net-node-310" descr="scene-id=net-node-310;classification=native_shape">
            <a:extLst>
              <a:ext uri="{FF2B5EF4-FFF2-40B4-BE49-F238E27FC236}">
                <a16:creationId xmlns:a16="http://schemas.microsoft.com/office/drawing/2014/main" id="{32FDC10F-CC51-2D61-491D-38FF96EFD056}"/>
              </a:ext>
            </a:extLst>
          </p:cNvPr>
          <p:cNvSpPr/>
          <p:nvPr/>
        </p:nvSpPr>
        <p:spPr>
          <a:xfrm>
            <a:off x="9246086" y="5240066"/>
            <a:ext cx="72919" cy="7288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net-node-311" descr="scene-id=net-node-311;classification=native_shape">
            <a:extLst>
              <a:ext uri="{FF2B5EF4-FFF2-40B4-BE49-F238E27FC236}">
                <a16:creationId xmlns:a16="http://schemas.microsoft.com/office/drawing/2014/main" id="{4EB2DEDC-A6B6-9ED7-56C9-20C5A8B62340}"/>
              </a:ext>
            </a:extLst>
          </p:cNvPr>
          <p:cNvSpPr/>
          <p:nvPr/>
        </p:nvSpPr>
        <p:spPr>
          <a:xfrm>
            <a:off x="9041914" y="5247354"/>
            <a:ext cx="72919" cy="7288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4" name="network-265" descr="scene-id=network-265;classification=native_shape">
            <a:extLst>
              <a:ext uri="{FF2B5EF4-FFF2-40B4-BE49-F238E27FC236}">
                <a16:creationId xmlns:a16="http://schemas.microsoft.com/office/drawing/2014/main" id="{624ABC6A-81FE-E7E6-5F74-5C5FEDAC7BD8}"/>
              </a:ext>
            </a:extLst>
          </p:cNvPr>
          <p:cNvCxnSpPr/>
          <p:nvPr/>
        </p:nvCxnSpPr>
        <p:spPr>
          <a:xfrm>
            <a:off x="1370871" y="5101594"/>
            <a:ext cx="262507" cy="72880"/>
          </a:xfrm>
          <a:prstGeom prst="line">
            <a:avLst/>
          </a:prstGeom>
          <a:ln w="889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network-266" descr="scene-id=network-266;classification=native_shape">
            <a:extLst>
              <a:ext uri="{FF2B5EF4-FFF2-40B4-BE49-F238E27FC236}">
                <a16:creationId xmlns:a16="http://schemas.microsoft.com/office/drawing/2014/main" id="{571FA175-B64A-E27E-FBA8-58B01764971B}"/>
              </a:ext>
            </a:extLst>
          </p:cNvPr>
          <p:cNvCxnSpPr/>
          <p:nvPr/>
        </p:nvCxnSpPr>
        <p:spPr>
          <a:xfrm flipH="1">
            <a:off x="1443789" y="5065154"/>
            <a:ext cx="58335" cy="182200"/>
          </a:xfrm>
          <a:prstGeom prst="line">
            <a:avLst/>
          </a:prstGeom>
          <a:ln w="8890" cap="flat" cmpd="sng" algn="ctr">
            <a:solidFill>
              <a:srgbClr val="0A52B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pan-280" descr="scene-id=pan-280;classification=native_shape">
            <a:extLst>
              <a:ext uri="{FF2B5EF4-FFF2-40B4-BE49-F238E27FC236}">
                <a16:creationId xmlns:a16="http://schemas.microsoft.com/office/drawing/2014/main" id="{AA2704A1-8CED-DC69-EF7B-637107D5F700}"/>
              </a:ext>
            </a:extLst>
          </p:cNvPr>
          <p:cNvSpPr/>
          <p:nvPr/>
        </p:nvSpPr>
        <p:spPr>
          <a:xfrm rot="10800000">
            <a:off x="3259464" y="5203626"/>
            <a:ext cx="277091" cy="160336"/>
          </a:xfrm>
          <a:prstGeom prst="triangle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pan-281" descr="scene-id=pan-281;classification=native_shape">
            <a:extLst>
              <a:ext uri="{FF2B5EF4-FFF2-40B4-BE49-F238E27FC236}">
                <a16:creationId xmlns:a16="http://schemas.microsoft.com/office/drawing/2014/main" id="{A0EFCE39-3D4B-C013-F8CC-B648DC57EA7F}"/>
              </a:ext>
            </a:extLst>
          </p:cNvPr>
          <p:cNvSpPr/>
          <p:nvPr/>
        </p:nvSpPr>
        <p:spPr>
          <a:xfrm rot="10800000">
            <a:off x="3645933" y="5203626"/>
            <a:ext cx="277091" cy="160336"/>
          </a:xfrm>
          <a:prstGeom prst="triangle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pin-hole-231" descr="scene-id=pin-hole-231;classification=native_shape">
            <a:extLst>
              <a:ext uri="{FF2B5EF4-FFF2-40B4-BE49-F238E27FC236}">
                <a16:creationId xmlns:a16="http://schemas.microsoft.com/office/drawing/2014/main" id="{E9635A13-2CF9-204B-5FFB-2D562ACAA339}"/>
              </a:ext>
            </a:extLst>
          </p:cNvPr>
          <p:cNvSpPr/>
          <p:nvPr/>
        </p:nvSpPr>
        <p:spPr>
          <a:xfrm>
            <a:off x="8553359" y="2295717"/>
            <a:ext cx="72918" cy="7288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scale-top-275" descr="scene-id=scale-top-275;classification=native_shape">
            <a:extLst>
              <a:ext uri="{FF2B5EF4-FFF2-40B4-BE49-F238E27FC236}">
                <a16:creationId xmlns:a16="http://schemas.microsoft.com/office/drawing/2014/main" id="{624F44FF-B903-27FE-4D13-4717F25D46D4}"/>
              </a:ext>
            </a:extLst>
          </p:cNvPr>
          <p:cNvSpPr/>
          <p:nvPr/>
        </p:nvSpPr>
        <p:spPr>
          <a:xfrm>
            <a:off x="3551139" y="4963122"/>
            <a:ext cx="87502" cy="87456"/>
          </a:xfrm>
          <a:prstGeom prst="ellipse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0" name="series-0-131" descr="scene-id=series-0-131;classification=native_shape">
            <a:extLst>
              <a:ext uri="{FF2B5EF4-FFF2-40B4-BE49-F238E27FC236}">
                <a16:creationId xmlns:a16="http://schemas.microsoft.com/office/drawing/2014/main" id="{DD2F53E0-8FE7-A0FD-3CDE-0A526FF4BD92}"/>
              </a:ext>
            </a:extLst>
          </p:cNvPr>
          <p:cNvCxnSpPr/>
          <p:nvPr/>
        </p:nvCxnSpPr>
        <p:spPr>
          <a:xfrm>
            <a:off x="4360536" y="3838767"/>
            <a:ext cx="86894" cy="343265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eries-0-132" descr="scene-id=series-0-132;classification=native_shape">
            <a:extLst>
              <a:ext uri="{FF2B5EF4-FFF2-40B4-BE49-F238E27FC236}">
                <a16:creationId xmlns:a16="http://schemas.microsoft.com/office/drawing/2014/main" id="{89E671FE-2416-3954-162E-269526D38A8C}"/>
              </a:ext>
            </a:extLst>
          </p:cNvPr>
          <p:cNvCxnSpPr/>
          <p:nvPr/>
        </p:nvCxnSpPr>
        <p:spPr>
          <a:xfrm flipV="1">
            <a:off x="4447430" y="4067610"/>
            <a:ext cx="86895" cy="114422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eries-0-133" descr="scene-id=series-0-133;classification=native_shape">
            <a:extLst>
              <a:ext uri="{FF2B5EF4-FFF2-40B4-BE49-F238E27FC236}">
                <a16:creationId xmlns:a16="http://schemas.microsoft.com/office/drawing/2014/main" id="{EFF93D6F-97E9-50D1-DCD5-E5A9AB026BC3}"/>
              </a:ext>
            </a:extLst>
          </p:cNvPr>
          <p:cNvCxnSpPr/>
          <p:nvPr/>
        </p:nvCxnSpPr>
        <p:spPr>
          <a:xfrm>
            <a:off x="4534325" y="4067610"/>
            <a:ext cx="86895" cy="85816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eries-0-134" descr="scene-id=series-0-134;classification=native_shape">
            <a:extLst>
              <a:ext uri="{FF2B5EF4-FFF2-40B4-BE49-F238E27FC236}">
                <a16:creationId xmlns:a16="http://schemas.microsoft.com/office/drawing/2014/main" id="{8098D1AF-8C00-4448-49B8-036BD53DFF34}"/>
              </a:ext>
            </a:extLst>
          </p:cNvPr>
          <p:cNvCxnSpPr/>
          <p:nvPr/>
        </p:nvCxnSpPr>
        <p:spPr>
          <a:xfrm>
            <a:off x="4621220" y="4153426"/>
            <a:ext cx="86895" cy="28606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eries-0-135" descr="scene-id=series-0-135;classification=native_shape">
            <a:extLst>
              <a:ext uri="{FF2B5EF4-FFF2-40B4-BE49-F238E27FC236}">
                <a16:creationId xmlns:a16="http://schemas.microsoft.com/office/drawing/2014/main" id="{812655EA-83C2-20DD-5082-7361F1B9ADEB}"/>
              </a:ext>
            </a:extLst>
          </p:cNvPr>
          <p:cNvCxnSpPr/>
          <p:nvPr/>
        </p:nvCxnSpPr>
        <p:spPr>
          <a:xfrm>
            <a:off x="4708115" y="4182032"/>
            <a:ext cx="86895" cy="57210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eries-0-136" descr="scene-id=series-0-136;classification=native_shape">
            <a:extLst>
              <a:ext uri="{FF2B5EF4-FFF2-40B4-BE49-F238E27FC236}">
                <a16:creationId xmlns:a16="http://schemas.microsoft.com/office/drawing/2014/main" id="{E04A5315-CA4D-DBF1-199C-60895F6E23EB}"/>
              </a:ext>
            </a:extLst>
          </p:cNvPr>
          <p:cNvCxnSpPr/>
          <p:nvPr/>
        </p:nvCxnSpPr>
        <p:spPr>
          <a:xfrm>
            <a:off x="4795010" y="4239242"/>
            <a:ext cx="86894" cy="28606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eries-0-137" descr="scene-id=series-0-137;classification=native_shape">
            <a:extLst>
              <a:ext uri="{FF2B5EF4-FFF2-40B4-BE49-F238E27FC236}">
                <a16:creationId xmlns:a16="http://schemas.microsoft.com/office/drawing/2014/main" id="{AFB6A553-DC71-E9D4-8EA0-D8B71ED111A7}"/>
              </a:ext>
            </a:extLst>
          </p:cNvPr>
          <p:cNvCxnSpPr/>
          <p:nvPr/>
        </p:nvCxnSpPr>
        <p:spPr>
          <a:xfrm>
            <a:off x="4881904" y="4267848"/>
            <a:ext cx="86895" cy="28605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eries-0-138" descr="scene-id=series-0-138;classification=native_shape">
            <a:extLst>
              <a:ext uri="{FF2B5EF4-FFF2-40B4-BE49-F238E27FC236}">
                <a16:creationId xmlns:a16="http://schemas.microsoft.com/office/drawing/2014/main" id="{0ED2F421-A4FC-C368-1C0A-4B29B04C22BB}"/>
              </a:ext>
            </a:extLst>
          </p:cNvPr>
          <p:cNvCxnSpPr/>
          <p:nvPr/>
        </p:nvCxnSpPr>
        <p:spPr>
          <a:xfrm>
            <a:off x="4968799" y="4296453"/>
            <a:ext cx="86895" cy="28605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eries-0-139" descr="scene-id=series-0-139;classification=native_shape">
            <a:extLst>
              <a:ext uri="{FF2B5EF4-FFF2-40B4-BE49-F238E27FC236}">
                <a16:creationId xmlns:a16="http://schemas.microsoft.com/office/drawing/2014/main" id="{742158E4-9A03-AB3C-47B8-56BC63004754}"/>
              </a:ext>
            </a:extLst>
          </p:cNvPr>
          <p:cNvCxnSpPr/>
          <p:nvPr/>
        </p:nvCxnSpPr>
        <p:spPr>
          <a:xfrm>
            <a:off x="5055694" y="4325058"/>
            <a:ext cx="86894" cy="28606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eries-0-140" descr="scene-id=series-0-140;classification=native_shape">
            <a:extLst>
              <a:ext uri="{FF2B5EF4-FFF2-40B4-BE49-F238E27FC236}">
                <a16:creationId xmlns:a16="http://schemas.microsoft.com/office/drawing/2014/main" id="{747927F6-6B95-0337-F2EF-39E203C95A56}"/>
              </a:ext>
            </a:extLst>
          </p:cNvPr>
          <p:cNvCxnSpPr/>
          <p:nvPr/>
        </p:nvCxnSpPr>
        <p:spPr>
          <a:xfrm>
            <a:off x="5142588" y="4353664"/>
            <a:ext cx="86895" cy="14303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eries-0-141" descr="scene-id=series-0-141;classification=native_shape">
            <a:extLst>
              <a:ext uri="{FF2B5EF4-FFF2-40B4-BE49-F238E27FC236}">
                <a16:creationId xmlns:a16="http://schemas.microsoft.com/office/drawing/2014/main" id="{EB92D08C-2486-B4F9-CABC-2E1C76418409}"/>
              </a:ext>
            </a:extLst>
          </p:cNvPr>
          <p:cNvCxnSpPr/>
          <p:nvPr/>
        </p:nvCxnSpPr>
        <p:spPr>
          <a:xfrm>
            <a:off x="5229483" y="4367967"/>
            <a:ext cx="86895" cy="14302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eries-0-142" descr="scene-id=series-0-142;classification=native_shape">
            <a:extLst>
              <a:ext uri="{FF2B5EF4-FFF2-40B4-BE49-F238E27FC236}">
                <a16:creationId xmlns:a16="http://schemas.microsoft.com/office/drawing/2014/main" id="{F09D8294-29FB-8930-BCBF-881CFF5F653B}"/>
              </a:ext>
            </a:extLst>
          </p:cNvPr>
          <p:cNvCxnSpPr/>
          <p:nvPr/>
        </p:nvCxnSpPr>
        <p:spPr>
          <a:xfrm>
            <a:off x="5316378" y="4382269"/>
            <a:ext cx="86895" cy="14303"/>
          </a:xfrm>
          <a:prstGeom prst="line">
            <a:avLst/>
          </a:prstGeom>
          <a:ln w="1143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eries-1-143" descr="scene-id=series-1-143;classification=native_shape">
            <a:extLst>
              <a:ext uri="{FF2B5EF4-FFF2-40B4-BE49-F238E27FC236}">
                <a16:creationId xmlns:a16="http://schemas.microsoft.com/office/drawing/2014/main" id="{5FE17D3B-5C75-4D61-6B28-611EDD9AE309}"/>
              </a:ext>
            </a:extLst>
          </p:cNvPr>
          <p:cNvCxnSpPr/>
          <p:nvPr/>
        </p:nvCxnSpPr>
        <p:spPr>
          <a:xfrm>
            <a:off x="4360536" y="3638530"/>
            <a:ext cx="86894" cy="228843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eries-1-144" descr="scene-id=series-1-144;classification=native_shape">
            <a:extLst>
              <a:ext uri="{FF2B5EF4-FFF2-40B4-BE49-F238E27FC236}">
                <a16:creationId xmlns:a16="http://schemas.microsoft.com/office/drawing/2014/main" id="{5FAAF468-2CCE-CEE7-EAC0-A43CA08F2411}"/>
              </a:ext>
            </a:extLst>
          </p:cNvPr>
          <p:cNvCxnSpPr/>
          <p:nvPr/>
        </p:nvCxnSpPr>
        <p:spPr>
          <a:xfrm>
            <a:off x="4447430" y="3867373"/>
            <a:ext cx="86895" cy="85816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eries-1-145" descr="scene-id=series-1-145;classification=native_shape">
            <a:extLst>
              <a:ext uri="{FF2B5EF4-FFF2-40B4-BE49-F238E27FC236}">
                <a16:creationId xmlns:a16="http://schemas.microsoft.com/office/drawing/2014/main" id="{07A287B2-9188-2C22-9E08-93BE95732A00}"/>
              </a:ext>
            </a:extLst>
          </p:cNvPr>
          <p:cNvCxnSpPr/>
          <p:nvPr/>
        </p:nvCxnSpPr>
        <p:spPr>
          <a:xfrm>
            <a:off x="4534325" y="3953189"/>
            <a:ext cx="86895" cy="85816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eries-1-146" descr="scene-id=series-1-146;classification=native_shape">
            <a:extLst>
              <a:ext uri="{FF2B5EF4-FFF2-40B4-BE49-F238E27FC236}">
                <a16:creationId xmlns:a16="http://schemas.microsoft.com/office/drawing/2014/main" id="{1930E3CC-4D3A-9711-8161-78E48E3D8481}"/>
              </a:ext>
            </a:extLst>
          </p:cNvPr>
          <p:cNvCxnSpPr/>
          <p:nvPr/>
        </p:nvCxnSpPr>
        <p:spPr>
          <a:xfrm>
            <a:off x="4621220" y="4039005"/>
            <a:ext cx="86895" cy="85816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eries-1-147" descr="scene-id=series-1-147;classification=native_shape">
            <a:extLst>
              <a:ext uri="{FF2B5EF4-FFF2-40B4-BE49-F238E27FC236}">
                <a16:creationId xmlns:a16="http://schemas.microsoft.com/office/drawing/2014/main" id="{20921219-3CEA-90B4-D218-99BAEA764935}"/>
              </a:ext>
            </a:extLst>
          </p:cNvPr>
          <p:cNvCxnSpPr/>
          <p:nvPr/>
        </p:nvCxnSpPr>
        <p:spPr>
          <a:xfrm>
            <a:off x="4708115" y="4124821"/>
            <a:ext cx="86895" cy="57211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eries-1-148" descr="scene-id=series-1-148;classification=native_shape">
            <a:extLst>
              <a:ext uri="{FF2B5EF4-FFF2-40B4-BE49-F238E27FC236}">
                <a16:creationId xmlns:a16="http://schemas.microsoft.com/office/drawing/2014/main" id="{05D311E9-E619-2D1B-0F10-6A5684D0D98A}"/>
              </a:ext>
            </a:extLst>
          </p:cNvPr>
          <p:cNvCxnSpPr/>
          <p:nvPr/>
        </p:nvCxnSpPr>
        <p:spPr>
          <a:xfrm>
            <a:off x="4795010" y="4182032"/>
            <a:ext cx="86894" cy="57210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eries-1-149" descr="scene-id=series-1-149;classification=native_shape">
            <a:extLst>
              <a:ext uri="{FF2B5EF4-FFF2-40B4-BE49-F238E27FC236}">
                <a16:creationId xmlns:a16="http://schemas.microsoft.com/office/drawing/2014/main" id="{8CFFE551-55C9-FE46-61B9-17DB0AE9DFE0}"/>
              </a:ext>
            </a:extLst>
          </p:cNvPr>
          <p:cNvCxnSpPr/>
          <p:nvPr/>
        </p:nvCxnSpPr>
        <p:spPr>
          <a:xfrm>
            <a:off x="4881904" y="4239242"/>
            <a:ext cx="86895" cy="28606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eries-1-150" descr="scene-id=series-1-150;classification=native_shape">
            <a:extLst>
              <a:ext uri="{FF2B5EF4-FFF2-40B4-BE49-F238E27FC236}">
                <a16:creationId xmlns:a16="http://schemas.microsoft.com/office/drawing/2014/main" id="{5840453C-1272-9ED0-EDAC-256DA0175F26}"/>
              </a:ext>
            </a:extLst>
          </p:cNvPr>
          <p:cNvCxnSpPr/>
          <p:nvPr/>
        </p:nvCxnSpPr>
        <p:spPr>
          <a:xfrm>
            <a:off x="4968799" y="4267848"/>
            <a:ext cx="86895" cy="28605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eries-1-151" descr="scene-id=series-1-151;classification=native_shape">
            <a:extLst>
              <a:ext uri="{FF2B5EF4-FFF2-40B4-BE49-F238E27FC236}">
                <a16:creationId xmlns:a16="http://schemas.microsoft.com/office/drawing/2014/main" id="{F1915F1D-EAD2-4FBF-6DE5-59F2911C2388}"/>
              </a:ext>
            </a:extLst>
          </p:cNvPr>
          <p:cNvCxnSpPr/>
          <p:nvPr/>
        </p:nvCxnSpPr>
        <p:spPr>
          <a:xfrm>
            <a:off x="5055694" y="4296453"/>
            <a:ext cx="86894" cy="28605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eries-1-152" descr="scene-id=series-1-152;classification=native_shape">
            <a:extLst>
              <a:ext uri="{FF2B5EF4-FFF2-40B4-BE49-F238E27FC236}">
                <a16:creationId xmlns:a16="http://schemas.microsoft.com/office/drawing/2014/main" id="{21A50CE3-C974-E82B-51BB-67ECE255F8A3}"/>
              </a:ext>
            </a:extLst>
          </p:cNvPr>
          <p:cNvCxnSpPr/>
          <p:nvPr/>
        </p:nvCxnSpPr>
        <p:spPr>
          <a:xfrm>
            <a:off x="5142588" y="4325058"/>
            <a:ext cx="86895" cy="28606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eries-1-153" descr="scene-id=series-1-153;classification=native_shape">
            <a:extLst>
              <a:ext uri="{FF2B5EF4-FFF2-40B4-BE49-F238E27FC236}">
                <a16:creationId xmlns:a16="http://schemas.microsoft.com/office/drawing/2014/main" id="{C72AAEE5-FF96-3043-0B86-EE6A41DD7C62}"/>
              </a:ext>
            </a:extLst>
          </p:cNvPr>
          <p:cNvCxnSpPr/>
          <p:nvPr/>
        </p:nvCxnSpPr>
        <p:spPr>
          <a:xfrm>
            <a:off x="5229483" y="4353664"/>
            <a:ext cx="86895" cy="22884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eries-1-154" descr="scene-id=series-1-154;classification=native_shape">
            <a:extLst>
              <a:ext uri="{FF2B5EF4-FFF2-40B4-BE49-F238E27FC236}">
                <a16:creationId xmlns:a16="http://schemas.microsoft.com/office/drawing/2014/main" id="{874F1820-B3BF-4F32-4D21-07300512A122}"/>
              </a:ext>
            </a:extLst>
          </p:cNvPr>
          <p:cNvCxnSpPr/>
          <p:nvPr/>
        </p:nvCxnSpPr>
        <p:spPr>
          <a:xfrm>
            <a:off x="5316378" y="4376548"/>
            <a:ext cx="86895" cy="20024"/>
          </a:xfrm>
          <a:prstGeom prst="line">
            <a:avLst/>
          </a:prstGeom>
          <a:ln w="1143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series-2-155" descr="scene-id=series-2-155;classification=native_shape">
            <a:extLst>
              <a:ext uri="{FF2B5EF4-FFF2-40B4-BE49-F238E27FC236}">
                <a16:creationId xmlns:a16="http://schemas.microsoft.com/office/drawing/2014/main" id="{1B27685F-43A0-FC14-E00C-48F7920490A0}"/>
              </a:ext>
            </a:extLst>
          </p:cNvPr>
          <p:cNvCxnSpPr/>
          <p:nvPr/>
        </p:nvCxnSpPr>
        <p:spPr>
          <a:xfrm flipV="1">
            <a:off x="4360536" y="3752951"/>
            <a:ext cx="86894" cy="228843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eries-2-156" descr="scene-id=series-2-156;classification=native_shape">
            <a:extLst>
              <a:ext uri="{FF2B5EF4-FFF2-40B4-BE49-F238E27FC236}">
                <a16:creationId xmlns:a16="http://schemas.microsoft.com/office/drawing/2014/main" id="{03323BC0-863E-212E-4041-F392F9110258}"/>
              </a:ext>
            </a:extLst>
          </p:cNvPr>
          <p:cNvCxnSpPr/>
          <p:nvPr/>
        </p:nvCxnSpPr>
        <p:spPr>
          <a:xfrm flipV="1">
            <a:off x="4447430" y="3609924"/>
            <a:ext cx="86895" cy="143027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eries-2-157" descr="scene-id=series-2-157;classification=native_shape">
            <a:extLst>
              <a:ext uri="{FF2B5EF4-FFF2-40B4-BE49-F238E27FC236}">
                <a16:creationId xmlns:a16="http://schemas.microsoft.com/office/drawing/2014/main" id="{5382AE53-ACB3-F7AF-E025-3B8009238C77}"/>
              </a:ext>
            </a:extLst>
          </p:cNvPr>
          <p:cNvCxnSpPr/>
          <p:nvPr/>
        </p:nvCxnSpPr>
        <p:spPr>
          <a:xfrm>
            <a:off x="4534325" y="3609924"/>
            <a:ext cx="86895" cy="85816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eries-2-158" descr="scene-id=series-2-158;classification=native_shape">
            <a:extLst>
              <a:ext uri="{FF2B5EF4-FFF2-40B4-BE49-F238E27FC236}">
                <a16:creationId xmlns:a16="http://schemas.microsoft.com/office/drawing/2014/main" id="{77A4C9F4-4C97-C8B3-5434-EC25BBFDDE9B}"/>
              </a:ext>
            </a:extLst>
          </p:cNvPr>
          <p:cNvCxnSpPr/>
          <p:nvPr/>
        </p:nvCxnSpPr>
        <p:spPr>
          <a:xfrm>
            <a:off x="4621220" y="3695740"/>
            <a:ext cx="86895" cy="171633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eries-2-159" descr="scene-id=series-2-159;classification=native_shape">
            <a:extLst>
              <a:ext uri="{FF2B5EF4-FFF2-40B4-BE49-F238E27FC236}">
                <a16:creationId xmlns:a16="http://schemas.microsoft.com/office/drawing/2014/main" id="{93B5C339-DDEC-A77F-C086-FB8E1B46DA46}"/>
              </a:ext>
            </a:extLst>
          </p:cNvPr>
          <p:cNvCxnSpPr/>
          <p:nvPr/>
        </p:nvCxnSpPr>
        <p:spPr>
          <a:xfrm>
            <a:off x="4708115" y="3867373"/>
            <a:ext cx="86895" cy="114421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eries-2-160" descr="scene-id=series-2-160;classification=native_shape">
            <a:extLst>
              <a:ext uri="{FF2B5EF4-FFF2-40B4-BE49-F238E27FC236}">
                <a16:creationId xmlns:a16="http://schemas.microsoft.com/office/drawing/2014/main" id="{6F483D2A-FAE4-91BC-6CFB-9CA0487F96FB}"/>
              </a:ext>
            </a:extLst>
          </p:cNvPr>
          <p:cNvCxnSpPr/>
          <p:nvPr/>
        </p:nvCxnSpPr>
        <p:spPr>
          <a:xfrm>
            <a:off x="4795010" y="3981794"/>
            <a:ext cx="86894" cy="85816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eries-2-161" descr="scene-id=series-2-161;classification=native_shape">
            <a:extLst>
              <a:ext uri="{FF2B5EF4-FFF2-40B4-BE49-F238E27FC236}">
                <a16:creationId xmlns:a16="http://schemas.microsoft.com/office/drawing/2014/main" id="{4E2A2090-E5FD-D18B-CB18-7F2C6AF691BD}"/>
              </a:ext>
            </a:extLst>
          </p:cNvPr>
          <p:cNvCxnSpPr/>
          <p:nvPr/>
        </p:nvCxnSpPr>
        <p:spPr>
          <a:xfrm>
            <a:off x="4881904" y="4067610"/>
            <a:ext cx="86895" cy="85816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eries-2-162" descr="scene-id=series-2-162;classification=native_shape">
            <a:extLst>
              <a:ext uri="{FF2B5EF4-FFF2-40B4-BE49-F238E27FC236}">
                <a16:creationId xmlns:a16="http://schemas.microsoft.com/office/drawing/2014/main" id="{D61846DD-54FA-561E-B09F-C570271B8337}"/>
              </a:ext>
            </a:extLst>
          </p:cNvPr>
          <p:cNvCxnSpPr/>
          <p:nvPr/>
        </p:nvCxnSpPr>
        <p:spPr>
          <a:xfrm>
            <a:off x="4968799" y="4153426"/>
            <a:ext cx="86895" cy="57211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eries-2-163" descr="scene-id=series-2-163;classification=native_shape">
            <a:extLst>
              <a:ext uri="{FF2B5EF4-FFF2-40B4-BE49-F238E27FC236}">
                <a16:creationId xmlns:a16="http://schemas.microsoft.com/office/drawing/2014/main" id="{B6DEFED4-5689-98E3-0D1C-F2DDE8BC74DD}"/>
              </a:ext>
            </a:extLst>
          </p:cNvPr>
          <p:cNvCxnSpPr/>
          <p:nvPr/>
        </p:nvCxnSpPr>
        <p:spPr>
          <a:xfrm>
            <a:off x="5055694" y="4210637"/>
            <a:ext cx="86894" cy="57211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eries-2-164" descr="scene-id=series-2-164;classification=native_shape">
            <a:extLst>
              <a:ext uri="{FF2B5EF4-FFF2-40B4-BE49-F238E27FC236}">
                <a16:creationId xmlns:a16="http://schemas.microsoft.com/office/drawing/2014/main" id="{D2826BA1-90E9-9EF8-CF17-54E1B507A307}"/>
              </a:ext>
            </a:extLst>
          </p:cNvPr>
          <p:cNvCxnSpPr/>
          <p:nvPr/>
        </p:nvCxnSpPr>
        <p:spPr>
          <a:xfrm>
            <a:off x="5142588" y="4267848"/>
            <a:ext cx="86895" cy="57210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eries-2-165" descr="scene-id=series-2-165;classification=native_shape">
            <a:extLst>
              <a:ext uri="{FF2B5EF4-FFF2-40B4-BE49-F238E27FC236}">
                <a16:creationId xmlns:a16="http://schemas.microsoft.com/office/drawing/2014/main" id="{5B3631FB-0B1E-51FF-F694-E386E3EF2D74}"/>
              </a:ext>
            </a:extLst>
          </p:cNvPr>
          <p:cNvCxnSpPr/>
          <p:nvPr/>
        </p:nvCxnSpPr>
        <p:spPr>
          <a:xfrm>
            <a:off x="5229483" y="4325058"/>
            <a:ext cx="86895" cy="42909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eries-2-166" descr="scene-id=series-2-166;classification=native_shape">
            <a:extLst>
              <a:ext uri="{FF2B5EF4-FFF2-40B4-BE49-F238E27FC236}">
                <a16:creationId xmlns:a16="http://schemas.microsoft.com/office/drawing/2014/main" id="{84109FEF-D838-C928-1827-2BB597125E8B}"/>
              </a:ext>
            </a:extLst>
          </p:cNvPr>
          <p:cNvCxnSpPr/>
          <p:nvPr/>
        </p:nvCxnSpPr>
        <p:spPr>
          <a:xfrm>
            <a:off x="5316378" y="4367967"/>
            <a:ext cx="86895" cy="37187"/>
          </a:xfrm>
          <a:prstGeom prst="line">
            <a:avLst/>
          </a:prstGeom>
          <a:ln w="1143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shield-inner-341" descr="scene-id=shield-inner-341;classification=native_shape">
            <a:extLst>
              <a:ext uri="{FF2B5EF4-FFF2-40B4-BE49-F238E27FC236}">
                <a16:creationId xmlns:a16="http://schemas.microsoft.com/office/drawing/2014/main" id="{10F608CA-5C07-F971-C160-574D9ADC18EF}"/>
              </a:ext>
            </a:extLst>
          </p:cNvPr>
          <p:cNvSpPr/>
          <p:nvPr/>
        </p:nvSpPr>
        <p:spPr>
          <a:xfrm>
            <a:off x="11411770" y="5036002"/>
            <a:ext cx="218756" cy="269656"/>
          </a:xfrm>
          <a:prstGeom prst="diamond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wheel-250" descr="scene-id=wheel-250;classification=native_shape">
            <a:extLst>
              <a:ext uri="{FF2B5EF4-FFF2-40B4-BE49-F238E27FC236}">
                <a16:creationId xmlns:a16="http://schemas.microsoft.com/office/drawing/2014/main" id="{913F0C47-07D0-2732-42C6-E3B51C3988FC}"/>
              </a:ext>
            </a:extLst>
          </p:cNvPr>
          <p:cNvSpPr/>
          <p:nvPr/>
        </p:nvSpPr>
        <p:spPr>
          <a:xfrm>
            <a:off x="8502316" y="4125003"/>
            <a:ext cx="58335" cy="58304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wheel-251" descr="scene-id=wheel-251;classification=native_shape">
            <a:extLst>
              <a:ext uri="{FF2B5EF4-FFF2-40B4-BE49-F238E27FC236}">
                <a16:creationId xmlns:a16="http://schemas.microsoft.com/office/drawing/2014/main" id="{3E9D2019-3480-565E-1293-67FCA974E504}"/>
              </a:ext>
            </a:extLst>
          </p:cNvPr>
          <p:cNvSpPr/>
          <p:nvPr/>
        </p:nvSpPr>
        <p:spPr>
          <a:xfrm>
            <a:off x="8626277" y="4125003"/>
            <a:ext cx="58336" cy="58304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window-248" descr="scene-id=window-248;classification=native_shape">
            <a:extLst>
              <a:ext uri="{FF2B5EF4-FFF2-40B4-BE49-F238E27FC236}">
                <a16:creationId xmlns:a16="http://schemas.microsoft.com/office/drawing/2014/main" id="{8886809C-3BC7-2692-9915-2F4A48147519}"/>
              </a:ext>
            </a:extLst>
          </p:cNvPr>
          <p:cNvSpPr/>
          <p:nvPr/>
        </p:nvSpPr>
        <p:spPr>
          <a:xfrm>
            <a:off x="8509608" y="3942804"/>
            <a:ext cx="65627" cy="58303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window-249" descr="scene-id=window-249;classification=native_shape">
            <a:extLst>
              <a:ext uri="{FF2B5EF4-FFF2-40B4-BE49-F238E27FC236}">
                <a16:creationId xmlns:a16="http://schemas.microsoft.com/office/drawing/2014/main" id="{099E2F51-0087-6FCC-C05F-F21E98EEDB77}"/>
              </a:ext>
            </a:extLst>
          </p:cNvPr>
          <p:cNvSpPr/>
          <p:nvPr/>
        </p:nvSpPr>
        <p:spPr>
          <a:xfrm>
            <a:off x="8604402" y="3942804"/>
            <a:ext cx="65627" cy="58303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window-321" descr="scene-id=window-321;classification=native_shape">
            <a:extLst>
              <a:ext uri="{FF2B5EF4-FFF2-40B4-BE49-F238E27FC236}">
                <a16:creationId xmlns:a16="http://schemas.microsoft.com/office/drawing/2014/main" id="{D43B6018-1275-523F-0AA5-4E95FCF8C394}"/>
              </a:ext>
            </a:extLst>
          </p:cNvPr>
          <p:cNvSpPr/>
          <p:nvPr/>
        </p:nvSpPr>
        <p:spPr>
          <a:xfrm>
            <a:off x="9844019" y="5072442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window-322" descr="scene-id=window-322;classification=native_shape">
            <a:extLst>
              <a:ext uri="{FF2B5EF4-FFF2-40B4-BE49-F238E27FC236}">
                <a16:creationId xmlns:a16="http://schemas.microsoft.com/office/drawing/2014/main" id="{799E8823-9091-5A42-DA8A-FBEB7DDB3105}"/>
              </a:ext>
            </a:extLst>
          </p:cNvPr>
          <p:cNvSpPr/>
          <p:nvPr/>
        </p:nvSpPr>
        <p:spPr>
          <a:xfrm>
            <a:off x="9844019" y="5145322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window-323" descr="scene-id=window-323;classification=native_shape">
            <a:extLst>
              <a:ext uri="{FF2B5EF4-FFF2-40B4-BE49-F238E27FC236}">
                <a16:creationId xmlns:a16="http://schemas.microsoft.com/office/drawing/2014/main" id="{7F97B44E-134A-ED8B-BF13-09C14563B417}"/>
              </a:ext>
            </a:extLst>
          </p:cNvPr>
          <p:cNvSpPr/>
          <p:nvPr/>
        </p:nvSpPr>
        <p:spPr>
          <a:xfrm>
            <a:off x="9844019" y="5218202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window-325" descr="scene-id=window-325;classification=native_shape">
            <a:extLst>
              <a:ext uri="{FF2B5EF4-FFF2-40B4-BE49-F238E27FC236}">
                <a16:creationId xmlns:a16="http://schemas.microsoft.com/office/drawing/2014/main" id="{5CD83FE2-86DB-EDA9-F99A-71C944577996}"/>
              </a:ext>
            </a:extLst>
          </p:cNvPr>
          <p:cNvSpPr/>
          <p:nvPr/>
        </p:nvSpPr>
        <p:spPr>
          <a:xfrm>
            <a:off x="9953397" y="5028714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window-326" descr="scene-id=window-326;classification=native_shape">
            <a:extLst>
              <a:ext uri="{FF2B5EF4-FFF2-40B4-BE49-F238E27FC236}">
                <a16:creationId xmlns:a16="http://schemas.microsoft.com/office/drawing/2014/main" id="{991DA908-B37C-702A-3D9B-028D747332C0}"/>
              </a:ext>
            </a:extLst>
          </p:cNvPr>
          <p:cNvSpPr/>
          <p:nvPr/>
        </p:nvSpPr>
        <p:spPr>
          <a:xfrm>
            <a:off x="9953397" y="5101594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window-327" descr="scene-id=window-327;classification=native_shape">
            <a:extLst>
              <a:ext uri="{FF2B5EF4-FFF2-40B4-BE49-F238E27FC236}">
                <a16:creationId xmlns:a16="http://schemas.microsoft.com/office/drawing/2014/main" id="{55F9BA0A-6D0A-C2B8-59FB-B60A801604C8}"/>
              </a:ext>
            </a:extLst>
          </p:cNvPr>
          <p:cNvSpPr/>
          <p:nvPr/>
        </p:nvSpPr>
        <p:spPr>
          <a:xfrm>
            <a:off x="9953397" y="5174474"/>
            <a:ext cx="21876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window-329" descr="scene-id=window-329;classification=native_shape">
            <a:extLst>
              <a:ext uri="{FF2B5EF4-FFF2-40B4-BE49-F238E27FC236}">
                <a16:creationId xmlns:a16="http://schemas.microsoft.com/office/drawing/2014/main" id="{6EFC3C88-D317-4B82-F446-B098DA7015E8}"/>
              </a:ext>
            </a:extLst>
          </p:cNvPr>
          <p:cNvSpPr/>
          <p:nvPr/>
        </p:nvSpPr>
        <p:spPr>
          <a:xfrm>
            <a:off x="10077359" y="4984986"/>
            <a:ext cx="21875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window-330" descr="scene-id=window-330;classification=native_shape">
            <a:extLst>
              <a:ext uri="{FF2B5EF4-FFF2-40B4-BE49-F238E27FC236}">
                <a16:creationId xmlns:a16="http://schemas.microsoft.com/office/drawing/2014/main" id="{32A1DD6A-B651-1092-A3D8-D76DD6783962}"/>
              </a:ext>
            </a:extLst>
          </p:cNvPr>
          <p:cNvSpPr/>
          <p:nvPr/>
        </p:nvSpPr>
        <p:spPr>
          <a:xfrm>
            <a:off x="10077359" y="5057866"/>
            <a:ext cx="21875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window-331" descr="scene-id=window-331;classification=native_shape">
            <a:extLst>
              <a:ext uri="{FF2B5EF4-FFF2-40B4-BE49-F238E27FC236}">
                <a16:creationId xmlns:a16="http://schemas.microsoft.com/office/drawing/2014/main" id="{2B0902AE-5C53-379E-66C0-69E801477EF3}"/>
              </a:ext>
            </a:extLst>
          </p:cNvPr>
          <p:cNvSpPr/>
          <p:nvPr/>
        </p:nvSpPr>
        <p:spPr>
          <a:xfrm>
            <a:off x="10077359" y="5130746"/>
            <a:ext cx="21875" cy="29152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chart-bar-290" descr="scene-id=chart-bar-290;classification=native_shape">
            <a:extLst>
              <a:ext uri="{FF2B5EF4-FFF2-40B4-BE49-F238E27FC236}">
                <a16:creationId xmlns:a16="http://schemas.microsoft.com/office/drawing/2014/main" id="{977241BB-FD60-8D8F-4C1B-8B7CD88B7578}"/>
              </a:ext>
            </a:extLst>
          </p:cNvPr>
          <p:cNvSpPr/>
          <p:nvPr/>
        </p:nvSpPr>
        <p:spPr>
          <a:xfrm>
            <a:off x="5425148" y="5181762"/>
            <a:ext cx="51043" cy="94744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chart-bar-291" descr="scene-id=chart-bar-291;classification=native_shape">
            <a:extLst>
              <a:ext uri="{FF2B5EF4-FFF2-40B4-BE49-F238E27FC236}">
                <a16:creationId xmlns:a16="http://schemas.microsoft.com/office/drawing/2014/main" id="{1A85FAE5-82A8-C473-FE9D-0F4B425D498B}"/>
              </a:ext>
            </a:extLst>
          </p:cNvPr>
          <p:cNvSpPr/>
          <p:nvPr/>
        </p:nvSpPr>
        <p:spPr>
          <a:xfrm>
            <a:off x="5505359" y="5130746"/>
            <a:ext cx="51043" cy="145760"/>
          </a:xfrm>
          <a:prstGeom prst="rect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chart-bar-292" descr="scene-id=chart-bar-292;classification=native_shape">
            <a:extLst>
              <a:ext uri="{FF2B5EF4-FFF2-40B4-BE49-F238E27FC236}">
                <a16:creationId xmlns:a16="http://schemas.microsoft.com/office/drawing/2014/main" id="{E2B7383F-E6DC-2D86-2E93-74840CE3F19C}"/>
              </a:ext>
            </a:extLst>
          </p:cNvPr>
          <p:cNvSpPr/>
          <p:nvPr/>
        </p:nvSpPr>
        <p:spPr>
          <a:xfrm>
            <a:off x="5585570" y="5072442"/>
            <a:ext cx="51043" cy="204064"/>
          </a:xfrm>
          <a:prstGeom prst="rect">
            <a:avLst/>
          </a:prstGeom>
          <a:solidFill>
            <a:srgbClr val="073D9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4" name="choropleth-map-180" descr="scene-id=choropleth-map-180;classification=raster_picture">
            <a:extLst>
              <a:ext uri="{FF2B5EF4-FFF2-40B4-BE49-F238E27FC236}">
                <a16:creationId xmlns:a16="http://schemas.microsoft.com/office/drawing/2014/main" id="{AE18CFF4-DE18-3601-105A-16A00EADF16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8488" y="3279596"/>
            <a:ext cx="911483" cy="1297262"/>
          </a:xfrm>
          <a:prstGeom prst="rect">
            <a:avLst/>
          </a:prstGeom>
        </p:spPr>
      </p:pic>
      <p:pic>
        <p:nvPicPr>
          <p:cNvPr id="236" name="detail-map-0-235" descr="scene-id=detail-map-0-235;classification=raster_picture">
            <a:extLst>
              <a:ext uri="{FF2B5EF4-FFF2-40B4-BE49-F238E27FC236}">
                <a16:creationId xmlns:a16="http://schemas.microsoft.com/office/drawing/2014/main" id="{87CFE7B0-29A3-BF29-5AF2-A245D5551A2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412" y="2077077"/>
            <a:ext cx="1370871" cy="670495"/>
          </a:xfrm>
          <a:prstGeom prst="rect">
            <a:avLst/>
          </a:prstGeom>
        </p:spPr>
      </p:pic>
      <p:pic>
        <p:nvPicPr>
          <p:cNvPr id="238" name="detail-map-1-244" descr="scene-id=detail-map-1-244;classification=raster_picture">
            <a:extLst>
              <a:ext uri="{FF2B5EF4-FFF2-40B4-BE49-F238E27FC236}">
                <a16:creationId xmlns:a16="http://schemas.microsoft.com/office/drawing/2014/main" id="{3B721571-393A-1479-D4A4-F90C345DA94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703" y="2878757"/>
            <a:ext cx="1363579" cy="685071"/>
          </a:xfrm>
          <a:prstGeom prst="rect">
            <a:avLst/>
          </a:prstGeom>
        </p:spPr>
      </p:pic>
      <p:pic>
        <p:nvPicPr>
          <p:cNvPr id="240" name="detail-map-2-255" descr="scene-id=detail-map-2-255;classification=raster_picture">
            <a:extLst>
              <a:ext uri="{FF2B5EF4-FFF2-40B4-BE49-F238E27FC236}">
                <a16:creationId xmlns:a16="http://schemas.microsoft.com/office/drawing/2014/main" id="{C15CBC9B-194F-5828-C078-C59D0BDAC817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5703" y="3767892"/>
            <a:ext cx="1363579" cy="736087"/>
          </a:xfrm>
          <a:prstGeom prst="rect">
            <a:avLst/>
          </a:prstGeom>
        </p:spPr>
      </p:pic>
      <p:cxnSp>
        <p:nvCxnSpPr>
          <p:cNvPr id="241" name="legend-167" descr="scene-id=legend-167;classification=native_shape">
            <a:extLst>
              <a:ext uri="{FF2B5EF4-FFF2-40B4-BE49-F238E27FC236}">
                <a16:creationId xmlns:a16="http://schemas.microsoft.com/office/drawing/2014/main" id="{31FE1F44-BF2A-DB9C-B3A8-85240FC0176E}"/>
              </a:ext>
            </a:extLst>
          </p:cNvPr>
          <p:cNvCxnSpPr/>
          <p:nvPr/>
        </p:nvCxnSpPr>
        <p:spPr>
          <a:xfrm>
            <a:off x="4987636" y="3418068"/>
            <a:ext cx="116670" cy="0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egend-169" descr="scene-id=legend-169;classification=native_shape">
            <a:extLst>
              <a:ext uri="{FF2B5EF4-FFF2-40B4-BE49-F238E27FC236}">
                <a16:creationId xmlns:a16="http://schemas.microsoft.com/office/drawing/2014/main" id="{A71F1B3B-497F-D0B9-4A00-6F19FE39C4E0}"/>
              </a:ext>
            </a:extLst>
          </p:cNvPr>
          <p:cNvCxnSpPr/>
          <p:nvPr/>
        </p:nvCxnSpPr>
        <p:spPr>
          <a:xfrm>
            <a:off x="4987636" y="3556540"/>
            <a:ext cx="116670" cy="0"/>
          </a:xfrm>
          <a:prstGeom prst="line">
            <a:avLst/>
          </a:prstGeom>
          <a:ln w="12700" cap="flat" cmpd="sng" algn="ctr">
            <a:solidFill>
              <a:srgbClr val="24A24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egend-171" descr="scene-id=legend-171;classification=native_shape">
            <a:extLst>
              <a:ext uri="{FF2B5EF4-FFF2-40B4-BE49-F238E27FC236}">
                <a16:creationId xmlns:a16="http://schemas.microsoft.com/office/drawing/2014/main" id="{5FC321B7-5B37-3145-F9F3-3DC0400AC3E9}"/>
              </a:ext>
            </a:extLst>
          </p:cNvPr>
          <p:cNvCxnSpPr/>
          <p:nvPr/>
        </p:nvCxnSpPr>
        <p:spPr>
          <a:xfrm>
            <a:off x="4987636" y="3695012"/>
            <a:ext cx="116670" cy="0"/>
          </a:xfrm>
          <a:prstGeom prst="line">
            <a:avLst/>
          </a:prstGeom>
          <a:ln w="12700" cap="flat" cmpd="sng" algn="ctr">
            <a:solidFill>
              <a:srgbClr val="FF2A1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legend-high-182" descr="scene-id=legend-high-182;classification=native_shape">
            <a:extLst>
              <a:ext uri="{FF2B5EF4-FFF2-40B4-BE49-F238E27FC236}">
                <a16:creationId xmlns:a16="http://schemas.microsoft.com/office/drawing/2014/main" id="{F88EAA88-69A9-3B91-5D5F-4B300778AD53}"/>
              </a:ext>
            </a:extLst>
          </p:cNvPr>
          <p:cNvSpPr/>
          <p:nvPr/>
        </p:nvSpPr>
        <p:spPr>
          <a:xfrm>
            <a:off x="6562679" y="3935516"/>
            <a:ext cx="72919" cy="182199"/>
          </a:xfrm>
          <a:prstGeom prst="rect">
            <a:avLst/>
          </a:prstGeom>
          <a:solidFill>
            <a:srgbClr val="E9301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legend-low-184" descr="scene-id=legend-low-184;classification=native_shape">
            <a:extLst>
              <a:ext uri="{FF2B5EF4-FFF2-40B4-BE49-F238E27FC236}">
                <a16:creationId xmlns:a16="http://schemas.microsoft.com/office/drawing/2014/main" id="{858A1454-92BB-5F9F-4EA4-18004B7CF30F}"/>
              </a:ext>
            </a:extLst>
          </p:cNvPr>
          <p:cNvSpPr/>
          <p:nvPr/>
        </p:nvSpPr>
        <p:spPr>
          <a:xfrm>
            <a:off x="6562679" y="4299915"/>
            <a:ext cx="72919" cy="182200"/>
          </a:xfrm>
          <a:prstGeom prst="rect">
            <a:avLst/>
          </a:prstGeom>
          <a:solidFill>
            <a:srgbClr val="62AD5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legend-mid-183" descr="scene-id=legend-mid-183;classification=native_shape">
            <a:extLst>
              <a:ext uri="{FF2B5EF4-FFF2-40B4-BE49-F238E27FC236}">
                <a16:creationId xmlns:a16="http://schemas.microsoft.com/office/drawing/2014/main" id="{034E66E8-C4AE-30BE-C065-7F9613F3C516}"/>
              </a:ext>
            </a:extLst>
          </p:cNvPr>
          <p:cNvSpPr/>
          <p:nvPr/>
        </p:nvSpPr>
        <p:spPr>
          <a:xfrm>
            <a:off x="6562679" y="4117715"/>
            <a:ext cx="72919" cy="182200"/>
          </a:xfrm>
          <a:prstGeom prst="rect">
            <a:avLst/>
          </a:prstGeom>
          <a:solidFill>
            <a:srgbClr val="F7B2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node-267" descr="scene-id=node-267;classification=native_shape">
            <a:extLst>
              <a:ext uri="{FF2B5EF4-FFF2-40B4-BE49-F238E27FC236}">
                <a16:creationId xmlns:a16="http://schemas.microsoft.com/office/drawing/2014/main" id="{80224150-A1FD-E4C7-7798-FD48778CA8DF}"/>
              </a:ext>
            </a:extLst>
          </p:cNvPr>
          <p:cNvSpPr/>
          <p:nvPr/>
        </p:nvSpPr>
        <p:spPr>
          <a:xfrm>
            <a:off x="1348995" y="5079730"/>
            <a:ext cx="36459" cy="364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node-268" descr="scene-id=node-268;classification=native_shape">
            <a:extLst>
              <a:ext uri="{FF2B5EF4-FFF2-40B4-BE49-F238E27FC236}">
                <a16:creationId xmlns:a16="http://schemas.microsoft.com/office/drawing/2014/main" id="{7231AA0D-31BB-E456-03A7-4E506A561E19}"/>
              </a:ext>
            </a:extLst>
          </p:cNvPr>
          <p:cNvSpPr/>
          <p:nvPr/>
        </p:nvSpPr>
        <p:spPr>
          <a:xfrm>
            <a:off x="1618794" y="5152610"/>
            <a:ext cx="36460" cy="36440"/>
          </a:xfrm>
          <a:prstGeom prst="ellipse">
            <a:avLst/>
          </a:prstGeom>
          <a:solidFill>
            <a:srgbClr val="0A52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number-circle-258" descr="scene-id=number-circle-258;classification=native_shape">
            <a:extLst>
              <a:ext uri="{FF2B5EF4-FFF2-40B4-BE49-F238E27FC236}">
                <a16:creationId xmlns:a16="http://schemas.microsoft.com/office/drawing/2014/main" id="{E0196025-D1D6-8AD6-E6CE-064E13CD22A0}"/>
              </a:ext>
            </a:extLst>
          </p:cNvPr>
          <p:cNvSpPr/>
          <p:nvPr/>
        </p:nvSpPr>
        <p:spPr>
          <a:xfrm>
            <a:off x="488555" y="4890242"/>
            <a:ext cx="204172" cy="204064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0" name="radar-legend-222" descr="scene-id=radar-legend-222;classification=native_shape">
            <a:extLst>
              <a:ext uri="{FF2B5EF4-FFF2-40B4-BE49-F238E27FC236}">
                <a16:creationId xmlns:a16="http://schemas.microsoft.com/office/drawing/2014/main" id="{07C87EA5-D6C7-AFC3-5E5D-45F283D1A94B}"/>
              </a:ext>
            </a:extLst>
          </p:cNvPr>
          <p:cNvCxnSpPr/>
          <p:nvPr/>
        </p:nvCxnSpPr>
        <p:spPr>
          <a:xfrm>
            <a:off x="7415828" y="4474827"/>
            <a:ext cx="131253" cy="0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radar-legend-224" descr="scene-id=radar-legend-224;classification=native_shape">
            <a:extLst>
              <a:ext uri="{FF2B5EF4-FFF2-40B4-BE49-F238E27FC236}">
                <a16:creationId xmlns:a16="http://schemas.microsoft.com/office/drawing/2014/main" id="{6119D833-15CB-DD90-68C2-63CC00C85309}"/>
              </a:ext>
            </a:extLst>
          </p:cNvPr>
          <p:cNvCxnSpPr/>
          <p:nvPr/>
        </p:nvCxnSpPr>
        <p:spPr>
          <a:xfrm>
            <a:off x="7415828" y="4598723"/>
            <a:ext cx="131253" cy="0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radar-series-207" descr="scene-id=radar-series-207;classification=native_shape">
            <a:extLst>
              <a:ext uri="{FF2B5EF4-FFF2-40B4-BE49-F238E27FC236}">
                <a16:creationId xmlns:a16="http://schemas.microsoft.com/office/drawing/2014/main" id="{59C060D0-FE13-E7E8-80CE-C4F42253E233}"/>
              </a:ext>
            </a:extLst>
          </p:cNvPr>
          <p:cNvCxnSpPr/>
          <p:nvPr/>
        </p:nvCxnSpPr>
        <p:spPr>
          <a:xfrm>
            <a:off x="7372076" y="3567035"/>
            <a:ext cx="273516" cy="257793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radar-series-208" descr="scene-id=radar-series-208;classification=native_shape">
            <a:extLst>
              <a:ext uri="{FF2B5EF4-FFF2-40B4-BE49-F238E27FC236}">
                <a16:creationId xmlns:a16="http://schemas.microsoft.com/office/drawing/2014/main" id="{6CF84E29-8A4C-921D-2B38-5A68D52FACDD}"/>
              </a:ext>
            </a:extLst>
          </p:cNvPr>
          <p:cNvCxnSpPr/>
          <p:nvPr/>
        </p:nvCxnSpPr>
        <p:spPr>
          <a:xfrm flipH="1">
            <a:off x="7556034" y="3824828"/>
            <a:ext cx="89558" cy="341884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radar-series-209" descr="scene-id=radar-series-209;classification=native_shape">
            <a:extLst>
              <a:ext uri="{FF2B5EF4-FFF2-40B4-BE49-F238E27FC236}">
                <a16:creationId xmlns:a16="http://schemas.microsoft.com/office/drawing/2014/main" id="{E52C0CCA-873E-574E-3C8D-1884F63A31CF}"/>
              </a:ext>
            </a:extLst>
          </p:cNvPr>
          <p:cNvCxnSpPr/>
          <p:nvPr/>
        </p:nvCxnSpPr>
        <p:spPr>
          <a:xfrm flipH="1" flipV="1">
            <a:off x="7198063" y="4153033"/>
            <a:ext cx="357971" cy="13679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radar-series-210" descr="scene-id=radar-series-210;classification=native_shape">
            <a:extLst>
              <a:ext uri="{FF2B5EF4-FFF2-40B4-BE49-F238E27FC236}">
                <a16:creationId xmlns:a16="http://schemas.microsoft.com/office/drawing/2014/main" id="{21749039-8065-1D76-5B40-469BF775AC21}"/>
              </a:ext>
            </a:extLst>
          </p:cNvPr>
          <p:cNvCxnSpPr/>
          <p:nvPr/>
        </p:nvCxnSpPr>
        <p:spPr>
          <a:xfrm flipH="1" flipV="1">
            <a:off x="7062360" y="3813072"/>
            <a:ext cx="135703" cy="339961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radar-series-211" descr="scene-id=radar-series-211;classification=native_shape">
            <a:extLst>
              <a:ext uri="{FF2B5EF4-FFF2-40B4-BE49-F238E27FC236}">
                <a16:creationId xmlns:a16="http://schemas.microsoft.com/office/drawing/2014/main" id="{486E3B65-F108-2666-EAE2-B23F1E43F522}"/>
              </a:ext>
            </a:extLst>
          </p:cNvPr>
          <p:cNvCxnSpPr/>
          <p:nvPr/>
        </p:nvCxnSpPr>
        <p:spPr>
          <a:xfrm flipV="1">
            <a:off x="7062360" y="3567035"/>
            <a:ext cx="309716" cy="246037"/>
          </a:xfrm>
          <a:prstGeom prst="line">
            <a:avLst/>
          </a:prstGeom>
          <a:ln w="12700" cap="flat" cmpd="sng" algn="ctr">
            <a:solidFill>
              <a:srgbClr val="146CFF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radar-series-212" descr="scene-id=radar-series-212;classification=native_shape">
            <a:extLst>
              <a:ext uri="{FF2B5EF4-FFF2-40B4-BE49-F238E27FC236}">
                <a16:creationId xmlns:a16="http://schemas.microsoft.com/office/drawing/2014/main" id="{963BC741-3C39-5119-369D-755A116674A1}"/>
              </a:ext>
            </a:extLst>
          </p:cNvPr>
          <p:cNvCxnSpPr/>
          <p:nvPr/>
        </p:nvCxnSpPr>
        <p:spPr>
          <a:xfrm>
            <a:off x="7372076" y="3651575"/>
            <a:ext cx="329828" cy="154966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radar-series-213" descr="scene-id=radar-series-213;classification=native_shape">
            <a:extLst>
              <a:ext uri="{FF2B5EF4-FFF2-40B4-BE49-F238E27FC236}">
                <a16:creationId xmlns:a16="http://schemas.microsoft.com/office/drawing/2014/main" id="{6074514D-642D-E40C-1788-4D3C1930BD0D}"/>
              </a:ext>
            </a:extLst>
          </p:cNvPr>
          <p:cNvCxnSpPr/>
          <p:nvPr/>
        </p:nvCxnSpPr>
        <p:spPr>
          <a:xfrm flipH="1">
            <a:off x="7531174" y="3806541"/>
            <a:ext cx="170730" cy="325974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radar-series-214" descr="scene-id=radar-series-214;classification=native_shape">
            <a:extLst>
              <a:ext uri="{FF2B5EF4-FFF2-40B4-BE49-F238E27FC236}">
                <a16:creationId xmlns:a16="http://schemas.microsoft.com/office/drawing/2014/main" id="{2E825D07-EC7F-E9EC-43EA-5DB47CFA386A}"/>
              </a:ext>
            </a:extLst>
          </p:cNvPr>
          <p:cNvCxnSpPr/>
          <p:nvPr/>
        </p:nvCxnSpPr>
        <p:spPr>
          <a:xfrm flipH="1">
            <a:off x="7178176" y="4132515"/>
            <a:ext cx="352998" cy="47876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radar-series-215" descr="scene-id=radar-series-215;classification=native_shape">
            <a:extLst>
              <a:ext uri="{FF2B5EF4-FFF2-40B4-BE49-F238E27FC236}">
                <a16:creationId xmlns:a16="http://schemas.microsoft.com/office/drawing/2014/main" id="{C279205C-6409-B266-C855-9FD022A0B3DF}"/>
              </a:ext>
            </a:extLst>
          </p:cNvPr>
          <p:cNvCxnSpPr/>
          <p:nvPr/>
        </p:nvCxnSpPr>
        <p:spPr>
          <a:xfrm flipH="1" flipV="1">
            <a:off x="7106606" y="3827440"/>
            <a:ext cx="71570" cy="352951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radar-series-216" descr="scene-id=radar-series-216;classification=native_shape">
            <a:extLst>
              <a:ext uri="{FF2B5EF4-FFF2-40B4-BE49-F238E27FC236}">
                <a16:creationId xmlns:a16="http://schemas.microsoft.com/office/drawing/2014/main" id="{949BE493-7744-717C-5293-F47537AF6BBB}"/>
              </a:ext>
            </a:extLst>
          </p:cNvPr>
          <p:cNvCxnSpPr/>
          <p:nvPr/>
        </p:nvCxnSpPr>
        <p:spPr>
          <a:xfrm flipV="1">
            <a:off x="7106606" y="3651575"/>
            <a:ext cx="265470" cy="175865"/>
          </a:xfrm>
          <a:prstGeom prst="line">
            <a:avLst/>
          </a:prstGeom>
          <a:ln w="12700" cap="flat" cmpd="sng" algn="ctr">
            <a:solidFill>
              <a:srgbClr val="FF3A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3" name="regional-network-map-100" descr="scene-id=regional-network-map-100;classification=raster_picture">
            <a:extLst>
              <a:ext uri="{FF2B5EF4-FFF2-40B4-BE49-F238E27FC236}">
                <a16:creationId xmlns:a16="http://schemas.microsoft.com/office/drawing/2014/main" id="{E93A3F0B-D90F-F0D0-D3DC-902456032D17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880" y="3286884"/>
            <a:ext cx="904191" cy="1297262"/>
          </a:xfrm>
          <a:prstGeom prst="rect">
            <a:avLst/>
          </a:prstGeom>
        </p:spPr>
      </p:pic>
      <p:cxnSp>
        <p:nvCxnSpPr>
          <p:cNvPr id="264" name="chart-rise-293" descr="scene-id=chart-rise-293;classification=native_shape">
            <a:extLst>
              <a:ext uri="{FF2B5EF4-FFF2-40B4-BE49-F238E27FC236}">
                <a16:creationId xmlns:a16="http://schemas.microsoft.com/office/drawing/2014/main" id="{3BA3650D-BCAA-155C-9AC8-F3477310458B}"/>
              </a:ext>
            </a:extLst>
          </p:cNvPr>
          <p:cNvCxnSpPr/>
          <p:nvPr/>
        </p:nvCxnSpPr>
        <p:spPr>
          <a:xfrm flipV="1">
            <a:off x="5425148" y="5079730"/>
            <a:ext cx="175005" cy="138472"/>
          </a:xfrm>
          <a:prstGeom prst="line">
            <a:avLst/>
          </a:prstGeom>
          <a:ln w="12700" cap="flat" cmpd="sng" algn="ctr">
            <a:solidFill>
              <a:srgbClr val="073D92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access-label-181" descr="scene-id=access-label-181;classification=native_text">
            <a:extLst>
              <a:ext uri="{FF2B5EF4-FFF2-40B4-BE49-F238E27FC236}">
                <a16:creationId xmlns:a16="http://schemas.microsoft.com/office/drawing/2014/main" id="{111E21D0-D9D2-895D-B981-4B36B457E3CF}"/>
              </a:ext>
            </a:extLst>
          </p:cNvPr>
          <p:cNvSpPr txBox="1"/>
          <p:nvPr/>
        </p:nvSpPr>
        <p:spPr>
          <a:xfrm>
            <a:off x="6562679" y="3767892"/>
            <a:ext cx="306258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4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可达性</a:t>
            </a:r>
          </a:p>
        </p:txBody>
      </p:sp>
      <p:sp>
        <p:nvSpPr>
          <p:cNvPr id="266" name="banner-orange-352" descr="scene-id=banner-orange-352;classification=native_text">
            <a:extLst>
              <a:ext uri="{FF2B5EF4-FFF2-40B4-BE49-F238E27FC236}">
                <a16:creationId xmlns:a16="http://schemas.microsoft.com/office/drawing/2014/main" id="{5BF42ED9-F393-4B82-9A37-A7CEEF0CD8EC}"/>
              </a:ext>
            </a:extLst>
          </p:cNvPr>
          <p:cNvSpPr txBox="1"/>
          <p:nvPr/>
        </p:nvSpPr>
        <p:spPr>
          <a:xfrm>
            <a:off x="2027139" y="6318689"/>
            <a:ext cx="8276268" cy="42270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2350" b="1">
                <a:solidFill>
                  <a:srgbClr val="FF8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形成可推演、可比选、可优化、可落地的交通</a:t>
            </a:r>
            <a:r>
              <a:rPr lang="en-US" altLang="zh-CN" sz="2350" b="1">
                <a:solidFill>
                  <a:srgbClr val="FF8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2350" b="1">
                <a:solidFill>
                  <a:srgbClr val="FF8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空间协同能力</a:t>
            </a:r>
          </a:p>
        </p:txBody>
      </p:sp>
      <p:sp>
        <p:nvSpPr>
          <p:cNvPr id="267" name="banner-white-351" descr="scene-id=banner-white-351;classification=native_text">
            <a:extLst>
              <a:ext uri="{FF2B5EF4-FFF2-40B4-BE49-F238E27FC236}">
                <a16:creationId xmlns:a16="http://schemas.microsoft.com/office/drawing/2014/main" id="{9C191A52-B0FF-B0CE-F36E-2416E405A386}"/>
              </a:ext>
            </a:extLst>
          </p:cNvPr>
          <p:cNvSpPr txBox="1"/>
          <p:nvPr/>
        </p:nvSpPr>
        <p:spPr>
          <a:xfrm>
            <a:off x="1830258" y="5954289"/>
            <a:ext cx="9114833" cy="3498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78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支撑区域</a:t>
            </a:r>
            <a:r>
              <a:rPr lang="en-US" altLang="zh-CN" sz="178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78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总规</a:t>
            </a:r>
            <a:r>
              <a:rPr lang="en-US" altLang="zh-CN" sz="178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78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详规全链条协同推演，推动交通规划由经验判断迈向模型支撑与智能决策</a:t>
            </a:r>
          </a:p>
        </p:txBody>
      </p:sp>
      <p:sp>
        <p:nvSpPr>
          <p:cNvPr id="268" name="chart-x-label-129" descr="scene-id=chart-x-label-129;classification=native_text">
            <a:extLst>
              <a:ext uri="{FF2B5EF4-FFF2-40B4-BE49-F238E27FC236}">
                <a16:creationId xmlns:a16="http://schemas.microsoft.com/office/drawing/2014/main" id="{FACA3CD7-9C3E-D705-232C-50A899EA7F5C}"/>
              </a:ext>
            </a:extLst>
          </p:cNvPr>
          <p:cNvSpPr txBox="1"/>
          <p:nvPr/>
        </p:nvSpPr>
        <p:spPr>
          <a:xfrm>
            <a:off x="4630335" y="4642451"/>
            <a:ext cx="583349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4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距离（</a:t>
            </a:r>
            <a:r>
              <a:rPr lang="en-US" altLang="zh-CN" sz="74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km</a:t>
            </a:r>
            <a:r>
              <a:rPr lang="zh-CN" altLang="en-US" sz="74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69" name="chart-x-tick-116" descr="scene-id=chart-x-tick-116;classification=native_text">
            <a:extLst>
              <a:ext uri="{FF2B5EF4-FFF2-40B4-BE49-F238E27FC236}">
                <a16:creationId xmlns:a16="http://schemas.microsoft.com/office/drawing/2014/main" id="{40B22CC2-D22B-D055-4AFE-CE10CAD39ED3}"/>
              </a:ext>
            </a:extLst>
          </p:cNvPr>
          <p:cNvSpPr txBox="1"/>
          <p:nvPr/>
        </p:nvSpPr>
        <p:spPr>
          <a:xfrm>
            <a:off x="4294909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0" name="chart-x-tick-118" descr="scene-id=chart-x-tick-118;classification=native_text">
            <a:extLst>
              <a:ext uri="{FF2B5EF4-FFF2-40B4-BE49-F238E27FC236}">
                <a16:creationId xmlns:a16="http://schemas.microsoft.com/office/drawing/2014/main" id="{D7876FB1-E46A-48D4-8300-A95D1EB41EEA}"/>
              </a:ext>
            </a:extLst>
          </p:cNvPr>
          <p:cNvSpPr txBox="1"/>
          <p:nvPr/>
        </p:nvSpPr>
        <p:spPr>
          <a:xfrm>
            <a:off x="4468699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1" name="chart-x-tick-120" descr="scene-id=chart-x-tick-120;classification=native_text">
            <a:extLst>
              <a:ext uri="{FF2B5EF4-FFF2-40B4-BE49-F238E27FC236}">
                <a16:creationId xmlns:a16="http://schemas.microsoft.com/office/drawing/2014/main" id="{0D0605A5-D028-A014-8EF6-162CB79C174B}"/>
              </a:ext>
            </a:extLst>
          </p:cNvPr>
          <p:cNvSpPr txBox="1"/>
          <p:nvPr/>
        </p:nvSpPr>
        <p:spPr>
          <a:xfrm>
            <a:off x="4642488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2" name="chart-x-tick-122" descr="scene-id=chart-x-tick-122;classification=native_text">
            <a:extLst>
              <a:ext uri="{FF2B5EF4-FFF2-40B4-BE49-F238E27FC236}">
                <a16:creationId xmlns:a16="http://schemas.microsoft.com/office/drawing/2014/main" id="{57EC4137-3635-0AE9-5057-77D4FBC7FE88}"/>
              </a:ext>
            </a:extLst>
          </p:cNvPr>
          <p:cNvSpPr txBox="1"/>
          <p:nvPr/>
        </p:nvSpPr>
        <p:spPr>
          <a:xfrm>
            <a:off x="4816277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3" name="chart-x-tick-124" descr="scene-id=chart-x-tick-124;classification=native_text">
            <a:extLst>
              <a:ext uri="{FF2B5EF4-FFF2-40B4-BE49-F238E27FC236}">
                <a16:creationId xmlns:a16="http://schemas.microsoft.com/office/drawing/2014/main" id="{9FD11A56-D4F8-54BA-DDE9-D93447276A50}"/>
              </a:ext>
            </a:extLst>
          </p:cNvPr>
          <p:cNvSpPr txBox="1"/>
          <p:nvPr/>
        </p:nvSpPr>
        <p:spPr>
          <a:xfrm>
            <a:off x="4990067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4" name="chart-x-tick-126" descr="scene-id=chart-x-tick-126;classification=native_text">
            <a:extLst>
              <a:ext uri="{FF2B5EF4-FFF2-40B4-BE49-F238E27FC236}">
                <a16:creationId xmlns:a16="http://schemas.microsoft.com/office/drawing/2014/main" id="{59960551-7D33-0228-6FAA-57E0DDE7E055}"/>
              </a:ext>
            </a:extLst>
          </p:cNvPr>
          <p:cNvSpPr txBox="1"/>
          <p:nvPr/>
        </p:nvSpPr>
        <p:spPr>
          <a:xfrm>
            <a:off x="5163857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5" name="chart-x-tick-128" descr="scene-id=chart-x-tick-128;classification=native_text">
            <a:extLst>
              <a:ext uri="{FF2B5EF4-FFF2-40B4-BE49-F238E27FC236}">
                <a16:creationId xmlns:a16="http://schemas.microsoft.com/office/drawing/2014/main" id="{79005DBE-B01F-ED24-73B4-53E33F25F8F4}"/>
              </a:ext>
            </a:extLst>
          </p:cNvPr>
          <p:cNvSpPr txBox="1"/>
          <p:nvPr/>
        </p:nvSpPr>
        <p:spPr>
          <a:xfrm>
            <a:off x="5337646" y="4533131"/>
            <a:ext cx="131254" cy="9474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68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68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6" name="chart-y-label-130" descr="scene-id=chart-y-label-130;classification=native_text">
            <a:extLst>
              <a:ext uri="{FF2B5EF4-FFF2-40B4-BE49-F238E27FC236}">
                <a16:creationId xmlns:a16="http://schemas.microsoft.com/office/drawing/2014/main" id="{F983308E-8E75-627A-5B0F-9BD21A94DB12}"/>
              </a:ext>
            </a:extLst>
          </p:cNvPr>
          <p:cNvSpPr txBox="1"/>
          <p:nvPr/>
        </p:nvSpPr>
        <p:spPr>
          <a:xfrm>
            <a:off x="4163656" y="3622132"/>
            <a:ext cx="167713" cy="62676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5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客流
强度
（万人次</a:t>
            </a:r>
            <a:r>
              <a:rPr lang="en-US" altLang="zh-CN" sz="5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5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日）</a:t>
            </a:r>
          </a:p>
        </p:txBody>
      </p:sp>
      <p:sp>
        <p:nvSpPr>
          <p:cNvPr id="277" name="chart-y-tick-104" descr="scene-id=chart-y-tick-104;classification=native_text">
            <a:extLst>
              <a:ext uri="{FF2B5EF4-FFF2-40B4-BE49-F238E27FC236}">
                <a16:creationId xmlns:a16="http://schemas.microsoft.com/office/drawing/2014/main" id="{B1BB1AF7-BEB7-F370-5B0E-291C9CD8EE20}"/>
              </a:ext>
            </a:extLst>
          </p:cNvPr>
          <p:cNvSpPr txBox="1"/>
          <p:nvPr/>
        </p:nvSpPr>
        <p:spPr>
          <a:xfrm>
            <a:off x="4221990" y="4445675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8" name="chart-y-tick-106" descr="scene-id=chart-y-tick-106;classification=native_text">
            <a:extLst>
              <a:ext uri="{FF2B5EF4-FFF2-40B4-BE49-F238E27FC236}">
                <a16:creationId xmlns:a16="http://schemas.microsoft.com/office/drawing/2014/main" id="{DBC924EE-B41B-22DC-0036-1DD8426BB470}"/>
              </a:ext>
            </a:extLst>
          </p:cNvPr>
          <p:cNvSpPr txBox="1"/>
          <p:nvPr/>
        </p:nvSpPr>
        <p:spPr>
          <a:xfrm>
            <a:off x="4221990" y="4216832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9" name="chart-y-tick-108" descr="scene-id=chart-y-tick-108;classification=native_text">
            <a:extLst>
              <a:ext uri="{FF2B5EF4-FFF2-40B4-BE49-F238E27FC236}">
                <a16:creationId xmlns:a16="http://schemas.microsoft.com/office/drawing/2014/main" id="{5AEBAAAE-09BB-C579-0852-6470B24626CA}"/>
              </a:ext>
            </a:extLst>
          </p:cNvPr>
          <p:cNvSpPr txBox="1"/>
          <p:nvPr/>
        </p:nvSpPr>
        <p:spPr>
          <a:xfrm>
            <a:off x="4221990" y="3987989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0" name="chart-y-tick-110" descr="scene-id=chart-y-tick-110;classification=native_text">
            <a:extLst>
              <a:ext uri="{FF2B5EF4-FFF2-40B4-BE49-F238E27FC236}">
                <a16:creationId xmlns:a16="http://schemas.microsoft.com/office/drawing/2014/main" id="{997A8DD8-4017-628F-633D-657C9724968B}"/>
              </a:ext>
            </a:extLst>
          </p:cNvPr>
          <p:cNvSpPr txBox="1"/>
          <p:nvPr/>
        </p:nvSpPr>
        <p:spPr>
          <a:xfrm>
            <a:off x="4221990" y="3759146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1" name="chart-y-tick-112" descr="scene-id=chart-y-tick-112;classification=native_text">
            <a:extLst>
              <a:ext uri="{FF2B5EF4-FFF2-40B4-BE49-F238E27FC236}">
                <a16:creationId xmlns:a16="http://schemas.microsoft.com/office/drawing/2014/main" id="{76665734-1FBE-3704-8378-185705EB9555}"/>
              </a:ext>
            </a:extLst>
          </p:cNvPr>
          <p:cNvSpPr txBox="1"/>
          <p:nvPr/>
        </p:nvSpPr>
        <p:spPr>
          <a:xfrm>
            <a:off x="4221990" y="3530303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2" name="chart-y-tick-114" descr="scene-id=chart-y-tick-114;classification=native_text">
            <a:extLst>
              <a:ext uri="{FF2B5EF4-FFF2-40B4-BE49-F238E27FC236}">
                <a16:creationId xmlns:a16="http://schemas.microsoft.com/office/drawing/2014/main" id="{C6106370-D127-163E-0F0D-57CAB7797541}"/>
              </a:ext>
            </a:extLst>
          </p:cNvPr>
          <p:cNvSpPr txBox="1"/>
          <p:nvPr/>
        </p:nvSpPr>
        <p:spPr>
          <a:xfrm>
            <a:off x="4221990" y="3301460"/>
            <a:ext cx="123962" cy="10203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/>
            <a:r>
              <a:rPr lang="en-US" altLang="zh-CN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7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3" name="core-output-text-260" descr="scene-id=core-output-text-260;classification=native_text">
            <a:extLst>
              <a:ext uri="{FF2B5EF4-FFF2-40B4-BE49-F238E27FC236}">
                <a16:creationId xmlns:a16="http://schemas.microsoft.com/office/drawing/2014/main" id="{1D80C4B9-1668-C4E2-F7E2-87A6743A4F9C}"/>
              </a:ext>
            </a:extLst>
          </p:cNvPr>
          <p:cNvSpPr txBox="1"/>
          <p:nvPr/>
        </p:nvSpPr>
        <p:spPr>
          <a:xfrm>
            <a:off x="211464" y="5130746"/>
            <a:ext cx="787522" cy="539311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4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平台核心
输出</a:t>
            </a:r>
          </a:p>
        </p:txBody>
      </p:sp>
      <p:sp>
        <p:nvSpPr>
          <p:cNvPr id="284" name="db-label-79" descr="scene-id=db-label-79;classification=native_text">
            <a:extLst>
              <a:ext uri="{FF2B5EF4-FFF2-40B4-BE49-F238E27FC236}">
                <a16:creationId xmlns:a16="http://schemas.microsoft.com/office/drawing/2014/main" id="{D8D20515-7060-4990-790C-F94A45360FE2}"/>
              </a:ext>
            </a:extLst>
          </p:cNvPr>
          <p:cNvSpPr txBox="1"/>
          <p:nvPr/>
        </p:nvSpPr>
        <p:spPr>
          <a:xfrm>
            <a:off x="1844842" y="3695012"/>
            <a:ext cx="933359" cy="21135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2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统一数据库底座</a:t>
            </a:r>
          </a:p>
        </p:txBody>
      </p:sp>
      <p:sp>
        <p:nvSpPr>
          <p:cNvPr id="285" name="detail-bullet1-233" descr="scene-id=detail-bullet1-233;classification=native_text">
            <a:extLst>
              <a:ext uri="{FF2B5EF4-FFF2-40B4-BE49-F238E27FC236}">
                <a16:creationId xmlns:a16="http://schemas.microsoft.com/office/drawing/2014/main" id="{39060E31-6DD2-9393-D208-07D8A55B0BCA}"/>
              </a:ext>
            </a:extLst>
          </p:cNvPr>
          <p:cNvSpPr txBox="1"/>
          <p:nvPr/>
        </p:nvSpPr>
        <p:spPr>
          <a:xfrm>
            <a:off x="8925244" y="2339445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➤  需求响应下的站点选址</a:t>
            </a:r>
          </a:p>
        </p:txBody>
      </p:sp>
      <p:sp>
        <p:nvSpPr>
          <p:cNvPr id="286" name="detail-bullet1-242" descr="scene-id=detail-bullet1-242;classification=native_text">
            <a:extLst>
              <a:ext uri="{FF2B5EF4-FFF2-40B4-BE49-F238E27FC236}">
                <a16:creationId xmlns:a16="http://schemas.microsoft.com/office/drawing/2014/main" id="{C25E238B-7FEE-3DD0-A73A-6F57871F41C7}"/>
              </a:ext>
            </a:extLst>
          </p:cNvPr>
          <p:cNvSpPr txBox="1"/>
          <p:nvPr/>
        </p:nvSpPr>
        <p:spPr>
          <a:xfrm>
            <a:off x="8925244" y="3141124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➤  路网与轨道承载力测算</a:t>
            </a:r>
          </a:p>
        </p:txBody>
      </p:sp>
      <p:sp>
        <p:nvSpPr>
          <p:cNvPr id="287" name="detail-bullet1-253" descr="scene-id=detail-bullet1-253;classification=native_text">
            <a:extLst>
              <a:ext uri="{FF2B5EF4-FFF2-40B4-BE49-F238E27FC236}">
                <a16:creationId xmlns:a16="http://schemas.microsoft.com/office/drawing/2014/main" id="{BA5E228E-B8E8-67A6-AD95-C5058A882DD4}"/>
              </a:ext>
            </a:extLst>
          </p:cNvPr>
          <p:cNvSpPr txBox="1"/>
          <p:nvPr/>
        </p:nvSpPr>
        <p:spPr>
          <a:xfrm>
            <a:off x="8925244" y="4008395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➤  低效站点识别与分级</a:t>
            </a:r>
          </a:p>
        </p:txBody>
      </p:sp>
      <p:sp>
        <p:nvSpPr>
          <p:cNvPr id="288" name="detail-bullet2-234" descr="scene-id=detail-bullet2-234;classification=native_text">
            <a:extLst>
              <a:ext uri="{FF2B5EF4-FFF2-40B4-BE49-F238E27FC236}">
                <a16:creationId xmlns:a16="http://schemas.microsoft.com/office/drawing/2014/main" id="{E142C301-CE75-BAB9-3CB4-F0054B762D5D}"/>
              </a:ext>
            </a:extLst>
          </p:cNvPr>
          <p:cNvSpPr txBox="1"/>
          <p:nvPr/>
        </p:nvSpPr>
        <p:spPr>
          <a:xfrm>
            <a:off x="8925244" y="2528933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➤  多模式线路自动生成</a:t>
            </a:r>
          </a:p>
        </p:txBody>
      </p:sp>
      <p:sp>
        <p:nvSpPr>
          <p:cNvPr id="289" name="detail-bullet2-243" descr="scene-id=detail-bullet2-243;classification=native_text">
            <a:extLst>
              <a:ext uri="{FF2B5EF4-FFF2-40B4-BE49-F238E27FC236}">
                <a16:creationId xmlns:a16="http://schemas.microsoft.com/office/drawing/2014/main" id="{5ED5811E-B280-8311-8684-05FD12B25A24}"/>
              </a:ext>
            </a:extLst>
          </p:cNvPr>
          <p:cNvSpPr txBox="1"/>
          <p:nvPr/>
        </p:nvSpPr>
        <p:spPr>
          <a:xfrm>
            <a:off x="8925244" y="3330612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➤  关键走廊瓶颈识别</a:t>
            </a:r>
          </a:p>
        </p:txBody>
      </p:sp>
      <p:sp>
        <p:nvSpPr>
          <p:cNvPr id="290" name="detail-bullet2-254" descr="scene-id=detail-bullet2-254;classification=native_text">
            <a:extLst>
              <a:ext uri="{FF2B5EF4-FFF2-40B4-BE49-F238E27FC236}">
                <a16:creationId xmlns:a16="http://schemas.microsoft.com/office/drawing/2014/main" id="{90C3EDBC-8064-2E35-9EA1-A4D2D9DDA662}"/>
              </a:ext>
            </a:extLst>
          </p:cNvPr>
          <p:cNvSpPr txBox="1"/>
          <p:nvPr/>
        </p:nvSpPr>
        <p:spPr>
          <a:xfrm>
            <a:off x="8925244" y="4197883"/>
            <a:ext cx="156775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  周边用地优化与功能提升</a:t>
            </a:r>
          </a:p>
        </p:txBody>
      </p:sp>
      <p:sp>
        <p:nvSpPr>
          <p:cNvPr id="291" name="detail-title-232" descr="scene-id=detail-title-232;classification=native_text">
            <a:extLst>
              <a:ext uri="{FF2B5EF4-FFF2-40B4-BE49-F238E27FC236}">
                <a16:creationId xmlns:a16="http://schemas.microsoft.com/office/drawing/2014/main" id="{43C2CD28-9F2F-6DAE-F1CF-64C46E89A7F6}"/>
              </a:ext>
            </a:extLst>
          </p:cNvPr>
          <p:cNvSpPr txBox="1"/>
          <p:nvPr/>
        </p:nvSpPr>
        <p:spPr>
          <a:xfrm>
            <a:off x="8932536" y="2106230"/>
            <a:ext cx="1494832" cy="22592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12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站点选址与线路生成</a:t>
            </a:r>
          </a:p>
        </p:txBody>
      </p:sp>
      <p:sp>
        <p:nvSpPr>
          <p:cNvPr id="292" name="detail-title-241" descr="scene-id=detail-title-241;classification=native_text">
            <a:extLst>
              <a:ext uri="{FF2B5EF4-FFF2-40B4-BE49-F238E27FC236}">
                <a16:creationId xmlns:a16="http://schemas.microsoft.com/office/drawing/2014/main" id="{E795C570-27FC-8F72-F5E7-A8E1D2D25B90}"/>
              </a:ext>
            </a:extLst>
          </p:cNvPr>
          <p:cNvSpPr txBox="1"/>
          <p:nvPr/>
        </p:nvSpPr>
        <p:spPr>
          <a:xfrm>
            <a:off x="8932536" y="2907909"/>
            <a:ext cx="1494832" cy="22592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12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交通承载力测算</a:t>
            </a:r>
          </a:p>
        </p:txBody>
      </p:sp>
      <p:sp>
        <p:nvSpPr>
          <p:cNvPr id="293" name="detail-title-252" descr="scene-id=detail-title-252;classification=native_text">
            <a:extLst>
              <a:ext uri="{FF2B5EF4-FFF2-40B4-BE49-F238E27FC236}">
                <a16:creationId xmlns:a16="http://schemas.microsoft.com/office/drawing/2014/main" id="{A2AB0DD7-4F68-AE38-47AD-097B4B751950}"/>
              </a:ext>
            </a:extLst>
          </p:cNvPr>
          <p:cNvSpPr txBox="1"/>
          <p:nvPr/>
        </p:nvSpPr>
        <p:spPr>
          <a:xfrm>
            <a:off x="8932536" y="3775180"/>
            <a:ext cx="1545876" cy="22592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2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低效轨道站点识别与用地优化</a:t>
            </a:r>
          </a:p>
        </p:txBody>
      </p:sp>
      <p:sp>
        <p:nvSpPr>
          <p:cNvPr id="294" name="feedback-symbol-298" descr="scene-id=feedback-symbol-298;classification=native_text">
            <a:extLst>
              <a:ext uri="{FF2B5EF4-FFF2-40B4-BE49-F238E27FC236}">
                <a16:creationId xmlns:a16="http://schemas.microsoft.com/office/drawing/2014/main" id="{CFD438EF-137C-E842-B8C7-2E5DCDB397DA}"/>
              </a:ext>
            </a:extLst>
          </p:cNvPr>
          <p:cNvSpPr txBox="1"/>
          <p:nvPr/>
        </p:nvSpPr>
        <p:spPr>
          <a:xfrm>
            <a:off x="7116861" y="4963122"/>
            <a:ext cx="568766" cy="532023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4800" b="1">
                <a:solidFill>
                  <a:srgbClr val="073D92"/>
                </a:solidFill>
                <a:latin typeface="Segoe UI Symbol" panose="020B0502040204020203" pitchFamily="34" charset="0"/>
              </a:rPr>
              <a:t>⟳</a:t>
            </a:r>
          </a:p>
        </p:txBody>
      </p:sp>
      <p:sp>
        <p:nvSpPr>
          <p:cNvPr id="295" name="flow-l1-270" descr="scene-id=flow-l1-270;classification=native_text">
            <a:extLst>
              <a:ext uri="{FF2B5EF4-FFF2-40B4-BE49-F238E27FC236}">
                <a16:creationId xmlns:a16="http://schemas.microsoft.com/office/drawing/2014/main" id="{69BECF66-05F8-FA88-C2FC-5AE076A8D3B8}"/>
              </a:ext>
            </a:extLst>
          </p:cNvPr>
          <p:cNvSpPr txBox="1"/>
          <p:nvPr/>
        </p:nvSpPr>
        <p:spPr>
          <a:xfrm>
            <a:off x="1917761" y="5203626"/>
            <a:ext cx="853148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多层级、多要素</a:t>
            </a:r>
          </a:p>
        </p:txBody>
      </p:sp>
      <p:sp>
        <p:nvSpPr>
          <p:cNvPr id="296" name="flow-l1-284" descr="scene-id=flow-l1-284;classification=native_text">
            <a:extLst>
              <a:ext uri="{FF2B5EF4-FFF2-40B4-BE49-F238E27FC236}">
                <a16:creationId xmlns:a16="http://schemas.microsoft.com/office/drawing/2014/main" id="{0129607C-7987-A83A-19F8-163D360A6714}"/>
              </a:ext>
            </a:extLst>
          </p:cNvPr>
          <p:cNvSpPr txBox="1"/>
          <p:nvPr/>
        </p:nvSpPr>
        <p:spPr>
          <a:xfrm>
            <a:off x="3879273" y="5203626"/>
            <a:ext cx="962526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多指标对比评估</a:t>
            </a:r>
          </a:p>
        </p:txBody>
      </p:sp>
      <p:sp>
        <p:nvSpPr>
          <p:cNvPr id="297" name="flow-l1-295" descr="scene-id=flow-l1-295;classification=native_text">
            <a:extLst>
              <a:ext uri="{FF2B5EF4-FFF2-40B4-BE49-F238E27FC236}">
                <a16:creationId xmlns:a16="http://schemas.microsoft.com/office/drawing/2014/main" id="{443A83A1-22EF-FA50-072C-33259AB095D8}"/>
              </a:ext>
            </a:extLst>
          </p:cNvPr>
          <p:cNvSpPr txBox="1"/>
          <p:nvPr/>
        </p:nvSpPr>
        <p:spPr>
          <a:xfrm>
            <a:off x="5935579" y="5203626"/>
            <a:ext cx="751062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推演结果监测</a:t>
            </a:r>
          </a:p>
        </p:txBody>
      </p:sp>
      <p:sp>
        <p:nvSpPr>
          <p:cNvPr id="298" name="flow-l1-300" descr="scene-id=flow-l1-300;classification=native_text">
            <a:extLst>
              <a:ext uri="{FF2B5EF4-FFF2-40B4-BE49-F238E27FC236}">
                <a16:creationId xmlns:a16="http://schemas.microsoft.com/office/drawing/2014/main" id="{122CE0E4-AB35-4F9A-A260-FBD8C6848B83}"/>
              </a:ext>
            </a:extLst>
          </p:cNvPr>
          <p:cNvSpPr txBox="1"/>
          <p:nvPr/>
        </p:nvSpPr>
        <p:spPr>
          <a:xfrm>
            <a:off x="7736670" y="5203626"/>
            <a:ext cx="90419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问题反馈与方案修正</a:t>
            </a:r>
          </a:p>
        </p:txBody>
      </p:sp>
      <p:sp>
        <p:nvSpPr>
          <p:cNvPr id="299" name="flow-l2-271" descr="scene-id=flow-l2-271;classification=native_text">
            <a:extLst>
              <a:ext uri="{FF2B5EF4-FFF2-40B4-BE49-F238E27FC236}">
                <a16:creationId xmlns:a16="http://schemas.microsoft.com/office/drawing/2014/main" id="{5A85EDF3-30BE-3FC5-FF9D-2DFE9336FB86}"/>
              </a:ext>
            </a:extLst>
          </p:cNvPr>
          <p:cNvSpPr txBox="1"/>
          <p:nvPr/>
        </p:nvSpPr>
        <p:spPr>
          <a:xfrm>
            <a:off x="1917761" y="5407690"/>
            <a:ext cx="853148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方案快速推演</a:t>
            </a:r>
          </a:p>
        </p:txBody>
      </p:sp>
      <p:sp>
        <p:nvSpPr>
          <p:cNvPr id="300" name="flow-l2-285" descr="scene-id=flow-l2-285;classification=native_text">
            <a:extLst>
              <a:ext uri="{FF2B5EF4-FFF2-40B4-BE49-F238E27FC236}">
                <a16:creationId xmlns:a16="http://schemas.microsoft.com/office/drawing/2014/main" id="{DB43C064-1762-F433-DBA9-01E0AD9CCF5D}"/>
              </a:ext>
            </a:extLst>
          </p:cNvPr>
          <p:cNvSpPr txBox="1"/>
          <p:nvPr/>
        </p:nvSpPr>
        <p:spPr>
          <a:xfrm>
            <a:off x="3879273" y="5407690"/>
            <a:ext cx="962526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最优方案筛选</a:t>
            </a:r>
          </a:p>
        </p:txBody>
      </p:sp>
      <p:sp>
        <p:nvSpPr>
          <p:cNvPr id="301" name="flow-l2-296" descr="scene-id=flow-l2-296;classification=native_text">
            <a:extLst>
              <a:ext uri="{FF2B5EF4-FFF2-40B4-BE49-F238E27FC236}">
                <a16:creationId xmlns:a16="http://schemas.microsoft.com/office/drawing/2014/main" id="{A01ECADB-890A-0B95-7082-6008F44E63C8}"/>
              </a:ext>
            </a:extLst>
          </p:cNvPr>
          <p:cNvSpPr txBox="1"/>
          <p:nvPr/>
        </p:nvSpPr>
        <p:spPr>
          <a:xfrm>
            <a:off x="5935579" y="5407690"/>
            <a:ext cx="751062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效果评估分析</a:t>
            </a:r>
          </a:p>
        </p:txBody>
      </p:sp>
      <p:sp>
        <p:nvSpPr>
          <p:cNvPr id="302" name="flow-l2-301" descr="scene-id=flow-l2-301;classification=native_text">
            <a:extLst>
              <a:ext uri="{FF2B5EF4-FFF2-40B4-BE49-F238E27FC236}">
                <a16:creationId xmlns:a16="http://schemas.microsoft.com/office/drawing/2014/main" id="{5FE9A44B-A704-3335-773E-E2ED57E6F617}"/>
              </a:ext>
            </a:extLst>
          </p:cNvPr>
          <p:cNvSpPr txBox="1"/>
          <p:nvPr/>
        </p:nvSpPr>
        <p:spPr>
          <a:xfrm>
            <a:off x="7736670" y="5407690"/>
            <a:ext cx="904191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70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闭环迭代优化</a:t>
            </a:r>
          </a:p>
        </p:txBody>
      </p:sp>
      <p:sp>
        <p:nvSpPr>
          <p:cNvPr id="303" name="flow-title-269" descr="scene-id=flow-title-269;classification=native_text">
            <a:extLst>
              <a:ext uri="{FF2B5EF4-FFF2-40B4-BE49-F238E27FC236}">
                <a16:creationId xmlns:a16="http://schemas.microsoft.com/office/drawing/2014/main" id="{8F59C8A4-8CD5-2440-C7A0-C2A8BBA74AAF}"/>
              </a:ext>
            </a:extLst>
          </p:cNvPr>
          <p:cNvSpPr txBox="1"/>
          <p:nvPr/>
        </p:nvSpPr>
        <p:spPr>
          <a:xfrm>
            <a:off x="1917761" y="4948546"/>
            <a:ext cx="853148" cy="21135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方案推演</a:t>
            </a:r>
          </a:p>
        </p:txBody>
      </p:sp>
      <p:sp>
        <p:nvSpPr>
          <p:cNvPr id="304" name="flow-title-283" descr="scene-id=flow-title-283;classification=native_text">
            <a:extLst>
              <a:ext uri="{FF2B5EF4-FFF2-40B4-BE49-F238E27FC236}">
                <a16:creationId xmlns:a16="http://schemas.microsoft.com/office/drawing/2014/main" id="{ED801204-2F37-2D16-01A1-C40BC32FECFA}"/>
              </a:ext>
            </a:extLst>
          </p:cNvPr>
          <p:cNvSpPr txBox="1"/>
          <p:nvPr/>
        </p:nvSpPr>
        <p:spPr>
          <a:xfrm>
            <a:off x="3879273" y="4948546"/>
            <a:ext cx="962526" cy="21135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比选优化</a:t>
            </a:r>
          </a:p>
        </p:txBody>
      </p:sp>
      <p:sp>
        <p:nvSpPr>
          <p:cNvPr id="305" name="flow-title-294" descr="scene-id=flow-title-294;classification=native_text">
            <a:extLst>
              <a:ext uri="{FF2B5EF4-FFF2-40B4-BE49-F238E27FC236}">
                <a16:creationId xmlns:a16="http://schemas.microsoft.com/office/drawing/2014/main" id="{7CEE0816-424D-9329-06E4-63CE59922E3B}"/>
              </a:ext>
            </a:extLst>
          </p:cNvPr>
          <p:cNvSpPr txBox="1"/>
          <p:nvPr/>
        </p:nvSpPr>
        <p:spPr>
          <a:xfrm>
            <a:off x="5935579" y="4948546"/>
            <a:ext cx="751062" cy="21135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监测评估</a:t>
            </a:r>
          </a:p>
        </p:txBody>
      </p:sp>
      <p:sp>
        <p:nvSpPr>
          <p:cNvPr id="306" name="flow-title-299" descr="scene-id=flow-title-299;classification=native_text">
            <a:extLst>
              <a:ext uri="{FF2B5EF4-FFF2-40B4-BE49-F238E27FC236}">
                <a16:creationId xmlns:a16="http://schemas.microsoft.com/office/drawing/2014/main" id="{21B12AED-C192-B6A8-6A8A-804E75F71EC9}"/>
              </a:ext>
            </a:extLst>
          </p:cNvPr>
          <p:cNvSpPr txBox="1"/>
          <p:nvPr/>
        </p:nvSpPr>
        <p:spPr>
          <a:xfrm>
            <a:off x="7736670" y="4948546"/>
            <a:ext cx="904191" cy="21135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2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决策反馈</a:t>
            </a:r>
          </a:p>
        </p:txBody>
      </p:sp>
      <p:sp>
        <p:nvSpPr>
          <p:cNvPr id="307" name="intro-1-14" descr="scene-id=intro-1-14;classification=native_text">
            <a:extLst>
              <a:ext uri="{FF2B5EF4-FFF2-40B4-BE49-F238E27FC236}">
                <a16:creationId xmlns:a16="http://schemas.microsoft.com/office/drawing/2014/main" id="{6919213A-E5EE-E70F-A791-F4B8F2558BE0}"/>
              </a:ext>
            </a:extLst>
          </p:cNvPr>
          <p:cNvSpPr txBox="1"/>
          <p:nvPr/>
        </p:nvSpPr>
        <p:spPr>
          <a:xfrm>
            <a:off x="772938" y="1115063"/>
            <a:ext cx="2843828" cy="3498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以数据库底座和融合模型为基础，面向</a:t>
            </a:r>
          </a:p>
        </p:txBody>
      </p:sp>
      <p:sp>
        <p:nvSpPr>
          <p:cNvPr id="308" name="intro-2-15" descr="scene-id=intro-2-15;classification=native_text">
            <a:extLst>
              <a:ext uri="{FF2B5EF4-FFF2-40B4-BE49-F238E27FC236}">
                <a16:creationId xmlns:a16="http://schemas.microsoft.com/office/drawing/2014/main" id="{36AA000B-0506-88B5-C16A-956D2190EF0E}"/>
              </a:ext>
            </a:extLst>
          </p:cNvPr>
          <p:cNvSpPr txBox="1"/>
          <p:nvPr/>
        </p:nvSpPr>
        <p:spPr>
          <a:xfrm>
            <a:off x="3609474" y="1115063"/>
            <a:ext cx="1699005" cy="3498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区域、总规、详规</a:t>
            </a:r>
          </a:p>
        </p:txBody>
      </p:sp>
      <p:sp>
        <p:nvSpPr>
          <p:cNvPr id="309" name="intro-3-16" descr="scene-id=intro-3-16;classification=native_text">
            <a:extLst>
              <a:ext uri="{FF2B5EF4-FFF2-40B4-BE49-F238E27FC236}">
                <a16:creationId xmlns:a16="http://schemas.microsoft.com/office/drawing/2014/main" id="{ED01B409-36FE-4C45-AFA4-36FF8E0D9E7D}"/>
              </a:ext>
            </a:extLst>
          </p:cNvPr>
          <p:cNvSpPr txBox="1"/>
          <p:nvPr/>
        </p:nvSpPr>
        <p:spPr>
          <a:xfrm>
            <a:off x="5293895" y="1115063"/>
            <a:ext cx="6562679" cy="34982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300" b="1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等不同规划层级开展协同推演，为交通规划方案比选、空间优化与治理决策提供智能支撑。</a:t>
            </a:r>
          </a:p>
        </p:txBody>
      </p:sp>
      <p:sp>
        <p:nvSpPr>
          <p:cNvPr id="310" name="left-function-label-38" descr="scene-id=left-function-label-38;classification=native_text">
            <a:extLst>
              <a:ext uri="{FF2B5EF4-FFF2-40B4-BE49-F238E27FC236}">
                <a16:creationId xmlns:a16="http://schemas.microsoft.com/office/drawing/2014/main" id="{ED1A0DA5-0188-0996-8607-67D543831E7E}"/>
              </a:ext>
            </a:extLst>
          </p:cNvPr>
          <p:cNvSpPr txBox="1"/>
          <p:nvPr/>
        </p:nvSpPr>
        <p:spPr>
          <a:xfrm>
            <a:off x="758354" y="2135381"/>
            <a:ext cx="539598" cy="23321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2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空间治理</a:t>
            </a:r>
          </a:p>
        </p:txBody>
      </p:sp>
      <p:sp>
        <p:nvSpPr>
          <p:cNvPr id="311" name="left-function-label-50" descr="scene-id=left-function-label-50;classification=native_text">
            <a:extLst>
              <a:ext uri="{FF2B5EF4-FFF2-40B4-BE49-F238E27FC236}">
                <a16:creationId xmlns:a16="http://schemas.microsoft.com/office/drawing/2014/main" id="{30F0E145-A1F4-F993-FE23-8A7DDF400455}"/>
              </a:ext>
            </a:extLst>
          </p:cNvPr>
          <p:cNvSpPr txBox="1"/>
          <p:nvPr/>
        </p:nvSpPr>
        <p:spPr>
          <a:xfrm>
            <a:off x="758354" y="2609101"/>
            <a:ext cx="539598" cy="23321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2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融合技术</a:t>
            </a:r>
          </a:p>
        </p:txBody>
      </p:sp>
      <p:sp>
        <p:nvSpPr>
          <p:cNvPr id="312" name="left-function-label-57" descr="scene-id=left-function-label-57;classification=native_text">
            <a:extLst>
              <a:ext uri="{FF2B5EF4-FFF2-40B4-BE49-F238E27FC236}">
                <a16:creationId xmlns:a16="http://schemas.microsoft.com/office/drawing/2014/main" id="{61C25EE4-0143-0A24-7702-86B4F6B57152}"/>
              </a:ext>
            </a:extLst>
          </p:cNvPr>
          <p:cNvSpPr txBox="1"/>
          <p:nvPr/>
        </p:nvSpPr>
        <p:spPr>
          <a:xfrm>
            <a:off x="758354" y="3068245"/>
            <a:ext cx="539598" cy="23321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2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推演分析</a:t>
            </a:r>
          </a:p>
        </p:txBody>
      </p:sp>
      <p:sp>
        <p:nvSpPr>
          <p:cNvPr id="313" name="left-function-label-63" descr="scene-id=left-function-label-63;classification=native_text">
            <a:extLst>
              <a:ext uri="{FF2B5EF4-FFF2-40B4-BE49-F238E27FC236}">
                <a16:creationId xmlns:a16="http://schemas.microsoft.com/office/drawing/2014/main" id="{94D1770A-9A61-7515-AF6C-F6841031991E}"/>
              </a:ext>
            </a:extLst>
          </p:cNvPr>
          <p:cNvSpPr txBox="1"/>
          <p:nvPr/>
        </p:nvSpPr>
        <p:spPr>
          <a:xfrm>
            <a:off x="758354" y="3534676"/>
            <a:ext cx="539598" cy="23321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2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决策反馈</a:t>
            </a:r>
          </a:p>
        </p:txBody>
      </p:sp>
      <p:sp>
        <p:nvSpPr>
          <p:cNvPr id="314" name="legend-high-t-185" descr="scene-id=legend-high-t-185;classification=native_text">
            <a:extLst>
              <a:ext uri="{FF2B5EF4-FFF2-40B4-BE49-F238E27FC236}">
                <a16:creationId xmlns:a16="http://schemas.microsoft.com/office/drawing/2014/main" id="{3EDBCFE5-417E-000C-A7CB-D61D23990753}"/>
              </a:ext>
            </a:extLst>
          </p:cNvPr>
          <p:cNvSpPr txBox="1"/>
          <p:nvPr/>
        </p:nvSpPr>
        <p:spPr>
          <a:xfrm>
            <a:off x="6657473" y="3920939"/>
            <a:ext cx="160421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</a:t>
            </a:r>
          </a:p>
        </p:txBody>
      </p:sp>
      <p:sp>
        <p:nvSpPr>
          <p:cNvPr id="315" name="legend-label-168" descr="scene-id=legend-label-168;classification=native_text">
            <a:extLst>
              <a:ext uri="{FF2B5EF4-FFF2-40B4-BE49-F238E27FC236}">
                <a16:creationId xmlns:a16="http://schemas.microsoft.com/office/drawing/2014/main" id="{9AEF523A-43A5-AD8A-77CA-B84521394C37}"/>
              </a:ext>
            </a:extLst>
          </p:cNvPr>
          <p:cNvSpPr txBox="1"/>
          <p:nvPr/>
        </p:nvSpPr>
        <p:spPr>
          <a:xfrm>
            <a:off x="5118890" y="3359764"/>
            <a:ext cx="291675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  <a:r>
              <a:rPr lang="en-US" altLang="zh-CN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72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6" name="legend-label-170" descr="scene-id=legend-label-170;classification=native_text">
            <a:extLst>
              <a:ext uri="{FF2B5EF4-FFF2-40B4-BE49-F238E27FC236}">
                <a16:creationId xmlns:a16="http://schemas.microsoft.com/office/drawing/2014/main" id="{A5B6BA21-A45B-83C5-2AC1-5415233C00B0}"/>
              </a:ext>
            </a:extLst>
          </p:cNvPr>
          <p:cNvSpPr txBox="1"/>
          <p:nvPr/>
        </p:nvSpPr>
        <p:spPr>
          <a:xfrm>
            <a:off x="5118890" y="3498236"/>
            <a:ext cx="291675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  <a:r>
              <a:rPr lang="en-US" altLang="zh-CN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endParaRPr lang="zh-CN" altLang="en-US" sz="72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7" name="legend-label-172" descr="scene-id=legend-label-172;classification=native_text">
            <a:extLst>
              <a:ext uri="{FF2B5EF4-FFF2-40B4-BE49-F238E27FC236}">
                <a16:creationId xmlns:a16="http://schemas.microsoft.com/office/drawing/2014/main" id="{37F35371-24F7-A90D-984B-F8168548BA33}"/>
              </a:ext>
            </a:extLst>
          </p:cNvPr>
          <p:cNvSpPr txBox="1"/>
          <p:nvPr/>
        </p:nvSpPr>
        <p:spPr>
          <a:xfrm>
            <a:off x="5118890" y="3636708"/>
            <a:ext cx="291675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  <a:r>
              <a:rPr lang="en-US" altLang="zh-CN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endParaRPr lang="zh-CN" altLang="en-US" sz="72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18" name="legend-low-t-186" descr="scene-id=legend-low-t-186;classification=native_text">
            <a:extLst>
              <a:ext uri="{FF2B5EF4-FFF2-40B4-BE49-F238E27FC236}">
                <a16:creationId xmlns:a16="http://schemas.microsoft.com/office/drawing/2014/main" id="{BCCA1AE0-1C46-9EB3-92D3-DB4117732917}"/>
              </a:ext>
            </a:extLst>
          </p:cNvPr>
          <p:cNvSpPr txBox="1"/>
          <p:nvPr/>
        </p:nvSpPr>
        <p:spPr>
          <a:xfrm>
            <a:off x="6657473" y="4358219"/>
            <a:ext cx="160421" cy="11660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</a:t>
            </a:r>
          </a:p>
        </p:txBody>
      </p:sp>
      <p:sp>
        <p:nvSpPr>
          <p:cNvPr id="319" name="level-label-66" descr="scene-id=level-label-66;classification=native_text">
            <a:extLst>
              <a:ext uri="{FF2B5EF4-FFF2-40B4-BE49-F238E27FC236}">
                <a16:creationId xmlns:a16="http://schemas.microsoft.com/office/drawing/2014/main" id="{3D3654F6-B5E7-36A3-952A-A08C6EE7F226}"/>
              </a:ext>
            </a:extLst>
          </p:cNvPr>
          <p:cNvSpPr txBox="1"/>
          <p:nvPr/>
        </p:nvSpPr>
        <p:spPr>
          <a:xfrm>
            <a:off x="1699005" y="2113518"/>
            <a:ext cx="1013569" cy="24779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7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城市群</a:t>
            </a:r>
          </a:p>
        </p:txBody>
      </p:sp>
      <p:sp>
        <p:nvSpPr>
          <p:cNvPr id="320" name="level-label-69" descr="scene-id=level-label-69;classification=native_text">
            <a:extLst>
              <a:ext uri="{FF2B5EF4-FFF2-40B4-BE49-F238E27FC236}">
                <a16:creationId xmlns:a16="http://schemas.microsoft.com/office/drawing/2014/main" id="{DCE4E6DE-34A3-69D1-27AD-652F8F17B352}"/>
              </a:ext>
            </a:extLst>
          </p:cNvPr>
          <p:cNvSpPr txBox="1"/>
          <p:nvPr/>
        </p:nvSpPr>
        <p:spPr>
          <a:xfrm>
            <a:off x="1699005" y="2536221"/>
            <a:ext cx="1013569" cy="24779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7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都市圈</a:t>
            </a:r>
          </a:p>
        </p:txBody>
      </p:sp>
      <p:sp>
        <p:nvSpPr>
          <p:cNvPr id="321" name="level-label-72" descr="scene-id=level-label-72;classification=native_text">
            <a:extLst>
              <a:ext uri="{FF2B5EF4-FFF2-40B4-BE49-F238E27FC236}">
                <a16:creationId xmlns:a16="http://schemas.microsoft.com/office/drawing/2014/main" id="{13A363BD-8176-7255-E69B-C39577F8BB9C}"/>
              </a:ext>
            </a:extLst>
          </p:cNvPr>
          <p:cNvSpPr txBox="1"/>
          <p:nvPr/>
        </p:nvSpPr>
        <p:spPr>
          <a:xfrm>
            <a:off x="1699005" y="2958925"/>
            <a:ext cx="1013569" cy="24779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7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城市</a:t>
            </a:r>
          </a:p>
        </p:txBody>
      </p:sp>
      <p:sp>
        <p:nvSpPr>
          <p:cNvPr id="322" name="level-label-75" descr="scene-id=level-label-75;classification=native_text">
            <a:extLst>
              <a:ext uri="{FF2B5EF4-FFF2-40B4-BE49-F238E27FC236}">
                <a16:creationId xmlns:a16="http://schemas.microsoft.com/office/drawing/2014/main" id="{69D1E69B-1F6D-2140-18D6-9FC3D4B13B87}"/>
              </a:ext>
            </a:extLst>
          </p:cNvPr>
          <p:cNvSpPr txBox="1"/>
          <p:nvPr/>
        </p:nvSpPr>
        <p:spPr>
          <a:xfrm>
            <a:off x="1699005" y="3381628"/>
            <a:ext cx="1013569" cy="24779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7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详规单元</a:t>
            </a:r>
          </a:p>
        </p:txBody>
      </p:sp>
      <p:sp>
        <p:nvSpPr>
          <p:cNvPr id="323" name="main-title-5" descr="scene-id=main-title-5;classification=native_text">
            <a:extLst>
              <a:ext uri="{FF2B5EF4-FFF2-40B4-BE49-F238E27FC236}">
                <a16:creationId xmlns:a16="http://schemas.microsoft.com/office/drawing/2014/main" id="{35C10ADF-39D0-96CD-70EF-6357AD123500}"/>
              </a:ext>
            </a:extLst>
          </p:cNvPr>
          <p:cNvSpPr txBox="1"/>
          <p:nvPr/>
        </p:nvSpPr>
        <p:spPr>
          <a:xfrm>
            <a:off x="780230" y="72880"/>
            <a:ext cx="4083445" cy="42270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280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二、平台拟实现功能</a:t>
            </a:r>
          </a:p>
        </p:txBody>
      </p:sp>
      <p:sp>
        <p:nvSpPr>
          <p:cNvPr id="324" name="master-b1-177" descr="scene-id=master-b1-177;classification=native_text">
            <a:extLst>
              <a:ext uri="{FF2B5EF4-FFF2-40B4-BE49-F238E27FC236}">
                <a16:creationId xmlns:a16="http://schemas.microsoft.com/office/drawing/2014/main" id="{5068F9C2-FAEF-F761-3724-655CBE5D0F96}"/>
              </a:ext>
            </a:extLst>
          </p:cNvPr>
          <p:cNvSpPr txBox="1"/>
          <p:nvPr/>
        </p:nvSpPr>
        <p:spPr>
          <a:xfrm>
            <a:off x="5702239" y="2558085"/>
            <a:ext cx="2005263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交通模式与可达性分析</a:t>
            </a:r>
          </a:p>
        </p:txBody>
      </p:sp>
      <p:sp>
        <p:nvSpPr>
          <p:cNvPr id="325" name="master-b2-178" descr="scene-id=master-b2-178;classification=native_text">
            <a:extLst>
              <a:ext uri="{FF2B5EF4-FFF2-40B4-BE49-F238E27FC236}">
                <a16:creationId xmlns:a16="http://schemas.microsoft.com/office/drawing/2014/main" id="{F4A741DB-A14E-8558-5292-18C28586F214}"/>
              </a:ext>
            </a:extLst>
          </p:cNvPr>
          <p:cNvSpPr txBox="1"/>
          <p:nvPr/>
        </p:nvSpPr>
        <p:spPr>
          <a:xfrm>
            <a:off x="5702239" y="2762149"/>
            <a:ext cx="2005263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密度分区与职住平衡推演</a:t>
            </a:r>
          </a:p>
        </p:txBody>
      </p:sp>
      <p:sp>
        <p:nvSpPr>
          <p:cNvPr id="326" name="master-b3-179" descr="scene-id=master-b3-179;classification=native_text">
            <a:extLst>
              <a:ext uri="{FF2B5EF4-FFF2-40B4-BE49-F238E27FC236}">
                <a16:creationId xmlns:a16="http://schemas.microsoft.com/office/drawing/2014/main" id="{2E6949B7-576E-8196-F725-9633FBA364B6}"/>
              </a:ext>
            </a:extLst>
          </p:cNvPr>
          <p:cNvSpPr txBox="1"/>
          <p:nvPr/>
        </p:nvSpPr>
        <p:spPr>
          <a:xfrm>
            <a:off x="5702239" y="2966213"/>
            <a:ext cx="2005263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交通方案推演与功能区识别</a:t>
            </a:r>
          </a:p>
        </p:txBody>
      </p:sp>
      <p:sp>
        <p:nvSpPr>
          <p:cNvPr id="327" name="master-orange-176" descr="scene-id=master-orange-176;classification=native_text">
            <a:extLst>
              <a:ext uri="{FF2B5EF4-FFF2-40B4-BE49-F238E27FC236}">
                <a16:creationId xmlns:a16="http://schemas.microsoft.com/office/drawing/2014/main" id="{3AAC3CAB-845F-8184-F8B8-2082D16DABC0}"/>
              </a:ext>
            </a:extLst>
          </p:cNvPr>
          <p:cNvSpPr txBox="1"/>
          <p:nvPr/>
        </p:nvSpPr>
        <p:spPr>
          <a:xfrm>
            <a:off x="5804325" y="2332157"/>
            <a:ext cx="1874010" cy="21864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解决交通模式、可达性与空间结构</a:t>
            </a:r>
          </a:p>
        </p:txBody>
      </p:sp>
      <p:sp>
        <p:nvSpPr>
          <p:cNvPr id="328" name="master-title-175" descr="scene-id=master-title-175;classification=native_text">
            <a:extLst>
              <a:ext uri="{FF2B5EF4-FFF2-40B4-BE49-F238E27FC236}">
                <a16:creationId xmlns:a16="http://schemas.microsoft.com/office/drawing/2014/main" id="{7E92B8B1-9A22-2E87-CFB5-DF55831AC26B}"/>
              </a:ext>
            </a:extLst>
          </p:cNvPr>
          <p:cNvSpPr txBox="1"/>
          <p:nvPr/>
        </p:nvSpPr>
        <p:spPr>
          <a:xfrm>
            <a:off x="5709531" y="2040638"/>
            <a:ext cx="2056306" cy="2550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总规级推演（城市统筹）</a:t>
            </a:r>
          </a:p>
        </p:txBody>
      </p:sp>
      <p:sp>
        <p:nvSpPr>
          <p:cNvPr id="329" name="outcome-label-318" descr="scene-id=outcome-label-318;classification=native_text">
            <a:extLst>
              <a:ext uri="{FF2B5EF4-FFF2-40B4-BE49-F238E27FC236}">
                <a16:creationId xmlns:a16="http://schemas.microsoft.com/office/drawing/2014/main" id="{B2666F0B-76A6-B136-3421-C0CD0C17ADC4}"/>
              </a:ext>
            </a:extLst>
          </p:cNvPr>
          <p:cNvSpPr txBox="1"/>
          <p:nvPr/>
        </p:nvSpPr>
        <p:spPr>
          <a:xfrm>
            <a:off x="8845034" y="5495146"/>
            <a:ext cx="700019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区域统筹</a:t>
            </a:r>
          </a:p>
        </p:txBody>
      </p:sp>
      <p:sp>
        <p:nvSpPr>
          <p:cNvPr id="330" name="outcome-label-332" descr="scene-id=outcome-label-332;classification=native_text">
            <a:extLst>
              <a:ext uri="{FF2B5EF4-FFF2-40B4-BE49-F238E27FC236}">
                <a16:creationId xmlns:a16="http://schemas.microsoft.com/office/drawing/2014/main" id="{BF054309-F0DA-CE6F-95F3-4C05D66EDE35}"/>
              </a:ext>
            </a:extLst>
          </p:cNvPr>
          <p:cNvSpPr txBox="1"/>
          <p:nvPr/>
        </p:nvSpPr>
        <p:spPr>
          <a:xfrm>
            <a:off x="9625263" y="5495146"/>
            <a:ext cx="700019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总规管控</a:t>
            </a:r>
          </a:p>
        </p:txBody>
      </p:sp>
      <p:sp>
        <p:nvSpPr>
          <p:cNvPr id="331" name="outcome-label-338" descr="scene-id=outcome-label-338;classification=native_text">
            <a:extLst>
              <a:ext uri="{FF2B5EF4-FFF2-40B4-BE49-F238E27FC236}">
                <a16:creationId xmlns:a16="http://schemas.microsoft.com/office/drawing/2014/main" id="{46518A97-757D-A4E2-6D60-FAE758831C22}"/>
              </a:ext>
            </a:extLst>
          </p:cNvPr>
          <p:cNvSpPr txBox="1"/>
          <p:nvPr/>
        </p:nvSpPr>
        <p:spPr>
          <a:xfrm>
            <a:off x="10398201" y="5495146"/>
            <a:ext cx="700019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详规落地</a:t>
            </a:r>
          </a:p>
        </p:txBody>
      </p:sp>
      <p:sp>
        <p:nvSpPr>
          <p:cNvPr id="332" name="outcome-label-343" descr="scene-id=outcome-label-343;classification=native_text">
            <a:extLst>
              <a:ext uri="{FF2B5EF4-FFF2-40B4-BE49-F238E27FC236}">
                <a16:creationId xmlns:a16="http://schemas.microsoft.com/office/drawing/2014/main" id="{4C774A6D-00EC-C637-841B-5F1D650EE10A}"/>
              </a:ext>
            </a:extLst>
          </p:cNvPr>
          <p:cNvSpPr txBox="1"/>
          <p:nvPr/>
        </p:nvSpPr>
        <p:spPr>
          <a:xfrm>
            <a:off x="11171139" y="5495146"/>
            <a:ext cx="700019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50" b="1">
                <a:solidFill>
                  <a:srgbClr val="002A7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治理支撑</a:t>
            </a:r>
          </a:p>
        </p:txBody>
      </p:sp>
      <p:sp>
        <p:nvSpPr>
          <p:cNvPr id="333" name="radar-l1-217" descr="scene-id=radar-l1-217;classification=native_text">
            <a:extLst>
              <a:ext uri="{FF2B5EF4-FFF2-40B4-BE49-F238E27FC236}">
                <a16:creationId xmlns:a16="http://schemas.microsoft.com/office/drawing/2014/main" id="{8A647496-4649-B204-323A-2562B1ED1168}"/>
              </a:ext>
            </a:extLst>
          </p:cNvPr>
          <p:cNvSpPr txBox="1"/>
          <p:nvPr/>
        </p:nvSpPr>
        <p:spPr>
          <a:xfrm>
            <a:off x="7167904" y="3257732"/>
            <a:ext cx="415636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可达性</a:t>
            </a:r>
          </a:p>
        </p:txBody>
      </p:sp>
      <p:sp>
        <p:nvSpPr>
          <p:cNvPr id="334" name="radar-l2-218" descr="scene-id=radar-l2-218;classification=native_text">
            <a:extLst>
              <a:ext uri="{FF2B5EF4-FFF2-40B4-BE49-F238E27FC236}">
                <a16:creationId xmlns:a16="http://schemas.microsoft.com/office/drawing/2014/main" id="{6028D23C-8B0F-4CA1-6E60-00E330FBECE7}"/>
              </a:ext>
            </a:extLst>
          </p:cNvPr>
          <p:cNvSpPr txBox="1"/>
          <p:nvPr/>
        </p:nvSpPr>
        <p:spPr>
          <a:xfrm>
            <a:off x="7656459" y="3461796"/>
            <a:ext cx="306258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可达性</a:t>
            </a:r>
          </a:p>
        </p:txBody>
      </p:sp>
      <p:sp>
        <p:nvSpPr>
          <p:cNvPr id="335" name="radar-l3-219" descr="scene-id=radar-l3-219;classification=native_text">
            <a:extLst>
              <a:ext uri="{FF2B5EF4-FFF2-40B4-BE49-F238E27FC236}">
                <a16:creationId xmlns:a16="http://schemas.microsoft.com/office/drawing/2014/main" id="{CA20EAAE-3941-2CF2-9032-235540433C5B}"/>
              </a:ext>
            </a:extLst>
          </p:cNvPr>
          <p:cNvSpPr txBox="1"/>
          <p:nvPr/>
        </p:nvSpPr>
        <p:spPr>
          <a:xfrm>
            <a:off x="7503330" y="4278051"/>
            <a:ext cx="44480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职住平衡</a:t>
            </a:r>
          </a:p>
        </p:txBody>
      </p:sp>
      <p:sp>
        <p:nvSpPr>
          <p:cNvPr id="336" name="radar-l4-220" descr="scene-id=radar-l4-220;classification=native_text">
            <a:extLst>
              <a:ext uri="{FF2B5EF4-FFF2-40B4-BE49-F238E27FC236}">
                <a16:creationId xmlns:a16="http://schemas.microsoft.com/office/drawing/2014/main" id="{101D97A7-D6F0-29B3-B2E9-F30B268BF665}"/>
              </a:ext>
            </a:extLst>
          </p:cNvPr>
          <p:cNvSpPr txBox="1"/>
          <p:nvPr/>
        </p:nvSpPr>
        <p:spPr>
          <a:xfrm>
            <a:off x="6985608" y="4278051"/>
            <a:ext cx="44480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枢纽服务</a:t>
            </a:r>
          </a:p>
        </p:txBody>
      </p:sp>
      <p:sp>
        <p:nvSpPr>
          <p:cNvPr id="337" name="radar-l5-221" descr="scene-id=radar-l5-221;classification=native_text">
            <a:extLst>
              <a:ext uri="{FF2B5EF4-FFF2-40B4-BE49-F238E27FC236}">
                <a16:creationId xmlns:a16="http://schemas.microsoft.com/office/drawing/2014/main" id="{769A18D1-356F-26AB-4A5F-B4BE4BD328F8}"/>
              </a:ext>
            </a:extLst>
          </p:cNvPr>
          <p:cNvSpPr txBox="1"/>
          <p:nvPr/>
        </p:nvSpPr>
        <p:spPr>
          <a:xfrm>
            <a:off x="6810603" y="3461796"/>
            <a:ext cx="44480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72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交通效率</a:t>
            </a:r>
          </a:p>
        </p:txBody>
      </p:sp>
      <p:sp>
        <p:nvSpPr>
          <p:cNvPr id="338" name="radar-legend-t-223" descr="scene-id=radar-legend-t-223;classification=native_text">
            <a:extLst>
              <a:ext uri="{FF2B5EF4-FFF2-40B4-BE49-F238E27FC236}">
                <a16:creationId xmlns:a16="http://schemas.microsoft.com/office/drawing/2014/main" id="{228DE95B-60B5-811E-5E5C-1C9B3F1DB11A}"/>
              </a:ext>
            </a:extLst>
          </p:cNvPr>
          <p:cNvSpPr txBox="1"/>
          <p:nvPr/>
        </p:nvSpPr>
        <p:spPr>
          <a:xfrm>
            <a:off x="7561665" y="4423811"/>
            <a:ext cx="255215" cy="109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现状</a:t>
            </a:r>
          </a:p>
        </p:txBody>
      </p:sp>
      <p:sp>
        <p:nvSpPr>
          <p:cNvPr id="339" name="radar-legend-t-225" descr="scene-id=radar-legend-t-225;classification=native_text">
            <a:extLst>
              <a:ext uri="{FF2B5EF4-FFF2-40B4-BE49-F238E27FC236}">
                <a16:creationId xmlns:a16="http://schemas.microsoft.com/office/drawing/2014/main" id="{9ADDEF04-B21F-6032-EED6-2450D7F86737}"/>
              </a:ext>
            </a:extLst>
          </p:cNvPr>
          <p:cNvSpPr txBox="1"/>
          <p:nvPr/>
        </p:nvSpPr>
        <p:spPr>
          <a:xfrm>
            <a:off x="7561665" y="4547707"/>
            <a:ext cx="255215" cy="10932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7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</a:p>
        </p:txBody>
      </p:sp>
      <p:sp>
        <p:nvSpPr>
          <p:cNvPr id="340" name="regional-b1-97" descr="scene-id=regional-b1-97;classification=native_text">
            <a:extLst>
              <a:ext uri="{FF2B5EF4-FFF2-40B4-BE49-F238E27FC236}">
                <a16:creationId xmlns:a16="http://schemas.microsoft.com/office/drawing/2014/main" id="{28C832E4-5132-CB06-D0FF-8FCBBE6154DA}"/>
              </a:ext>
            </a:extLst>
          </p:cNvPr>
          <p:cNvSpPr txBox="1"/>
          <p:nvPr/>
        </p:nvSpPr>
        <p:spPr>
          <a:xfrm>
            <a:off x="3339675" y="2558085"/>
            <a:ext cx="2041722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区域客运交通组织推演</a:t>
            </a:r>
          </a:p>
        </p:txBody>
      </p:sp>
      <p:sp>
        <p:nvSpPr>
          <p:cNvPr id="341" name="regional-b2-98" descr="scene-id=regional-b2-98;classification=native_text">
            <a:extLst>
              <a:ext uri="{FF2B5EF4-FFF2-40B4-BE49-F238E27FC236}">
                <a16:creationId xmlns:a16="http://schemas.microsoft.com/office/drawing/2014/main" id="{6FDB1F80-90E5-EDE3-3CF7-CC8ABF5F4DB3}"/>
              </a:ext>
            </a:extLst>
          </p:cNvPr>
          <p:cNvSpPr txBox="1"/>
          <p:nvPr/>
        </p:nvSpPr>
        <p:spPr>
          <a:xfrm>
            <a:off x="3339675" y="2762149"/>
            <a:ext cx="2041722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枢纽客流预测与布局优化</a:t>
            </a:r>
          </a:p>
        </p:txBody>
      </p:sp>
      <p:sp>
        <p:nvSpPr>
          <p:cNvPr id="342" name="regional-b3-99" descr="scene-id=regional-b3-99;classification=native_text">
            <a:extLst>
              <a:ext uri="{FF2B5EF4-FFF2-40B4-BE49-F238E27FC236}">
                <a16:creationId xmlns:a16="http://schemas.microsoft.com/office/drawing/2014/main" id="{4A55B96A-EE5C-7C45-3E9F-26B200EA5426}"/>
              </a:ext>
            </a:extLst>
          </p:cNvPr>
          <p:cNvSpPr txBox="1"/>
          <p:nvPr/>
        </p:nvSpPr>
        <p:spPr>
          <a:xfrm>
            <a:off x="3339675" y="2966213"/>
            <a:ext cx="2041722" cy="18948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 </a:t>
            </a:r>
            <a:r>
              <a:rPr lang="zh-CN" altLang="en-US" sz="102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城际出行特征识别</a:t>
            </a:r>
          </a:p>
        </p:txBody>
      </p:sp>
      <p:sp>
        <p:nvSpPr>
          <p:cNvPr id="343" name="regional-orange-96" descr="scene-id=regional-orange-96;classification=native_text">
            <a:extLst>
              <a:ext uri="{FF2B5EF4-FFF2-40B4-BE49-F238E27FC236}">
                <a16:creationId xmlns:a16="http://schemas.microsoft.com/office/drawing/2014/main" id="{31B38FF9-022C-CD90-F6D6-866E3AAD7A07}"/>
              </a:ext>
            </a:extLst>
          </p:cNvPr>
          <p:cNvSpPr txBox="1"/>
          <p:nvPr/>
        </p:nvSpPr>
        <p:spPr>
          <a:xfrm>
            <a:off x="3419885" y="2332157"/>
            <a:ext cx="1895885" cy="21864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以流定形，流</a:t>
            </a:r>
            <a:r>
              <a:rPr lang="en-US" altLang="zh-CN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</a:t>
            </a:r>
            <a:r>
              <a:rPr lang="en-US" altLang="zh-CN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12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枢协同优化</a:t>
            </a:r>
          </a:p>
        </p:txBody>
      </p:sp>
      <p:sp>
        <p:nvSpPr>
          <p:cNvPr id="344" name="regional-title-95" descr="scene-id=regional-title-95;classification=native_text">
            <a:extLst>
              <a:ext uri="{FF2B5EF4-FFF2-40B4-BE49-F238E27FC236}">
                <a16:creationId xmlns:a16="http://schemas.microsoft.com/office/drawing/2014/main" id="{B8C22E4F-9BB5-06DE-8049-DA41DE7B826E}"/>
              </a:ext>
            </a:extLst>
          </p:cNvPr>
          <p:cNvSpPr txBox="1"/>
          <p:nvPr/>
        </p:nvSpPr>
        <p:spPr>
          <a:xfrm>
            <a:off x="3317799" y="2040638"/>
            <a:ext cx="2070890" cy="2550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3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区域级推演（区域统筹）</a:t>
            </a:r>
          </a:p>
        </p:txBody>
      </p:sp>
      <p:sp>
        <p:nvSpPr>
          <p:cNvPr id="345" name="section-num-text-21" descr="scene-id=section-num-text-21;classification=native_text">
            <a:extLst>
              <a:ext uri="{FF2B5EF4-FFF2-40B4-BE49-F238E27FC236}">
                <a16:creationId xmlns:a16="http://schemas.microsoft.com/office/drawing/2014/main" id="{37005137-91A0-3BC9-F7C2-AF25B3365704}"/>
              </a:ext>
            </a:extLst>
          </p:cNvPr>
          <p:cNvSpPr txBox="1"/>
          <p:nvPr/>
        </p:nvSpPr>
        <p:spPr>
          <a:xfrm>
            <a:off x="543244" y="1654374"/>
            <a:ext cx="196880" cy="19677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73D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lang="zh-CN" altLang="en-US" sz="1300" b="1">
              <a:solidFill>
                <a:srgbClr val="073D9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6" name="section-num-text-27" descr="scene-id=section-num-text-27;classification=native_text">
            <a:extLst>
              <a:ext uri="{FF2B5EF4-FFF2-40B4-BE49-F238E27FC236}">
                <a16:creationId xmlns:a16="http://schemas.microsoft.com/office/drawing/2014/main" id="{28BC8AEB-E8CF-25EA-7E30-AD6CC3B97EA1}"/>
              </a:ext>
            </a:extLst>
          </p:cNvPr>
          <p:cNvSpPr txBox="1"/>
          <p:nvPr/>
        </p:nvSpPr>
        <p:spPr>
          <a:xfrm>
            <a:off x="4510019" y="1654374"/>
            <a:ext cx="196880" cy="19677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73D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1300" b="1">
              <a:solidFill>
                <a:srgbClr val="073D9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7" name="section-num-text-33" descr="scene-id=section-num-text-33;classification=native_text">
            <a:extLst>
              <a:ext uri="{FF2B5EF4-FFF2-40B4-BE49-F238E27FC236}">
                <a16:creationId xmlns:a16="http://schemas.microsoft.com/office/drawing/2014/main" id="{086C2D5E-B605-3D91-1E08-D3627EA27AEB}"/>
              </a:ext>
            </a:extLst>
          </p:cNvPr>
          <p:cNvSpPr txBox="1"/>
          <p:nvPr/>
        </p:nvSpPr>
        <p:spPr>
          <a:xfrm>
            <a:off x="9041914" y="1654374"/>
            <a:ext cx="196880" cy="19677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73D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lang="zh-CN" altLang="en-US" sz="1300" b="1">
              <a:solidFill>
                <a:srgbClr val="073D9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8" name="section-title-22" descr="scene-id=section-title-22;classification=native_text">
            <a:extLst>
              <a:ext uri="{FF2B5EF4-FFF2-40B4-BE49-F238E27FC236}">
                <a16:creationId xmlns:a16="http://schemas.microsoft.com/office/drawing/2014/main" id="{970D3A7D-C6DB-429D-7FBB-5CDDD4D6BF88}"/>
              </a:ext>
            </a:extLst>
          </p:cNvPr>
          <p:cNvSpPr txBox="1"/>
          <p:nvPr/>
        </p:nvSpPr>
        <p:spPr>
          <a:xfrm>
            <a:off x="791167" y="1639798"/>
            <a:ext cx="1822966" cy="3133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统一推演框架</a:t>
            </a:r>
          </a:p>
        </p:txBody>
      </p:sp>
      <p:sp>
        <p:nvSpPr>
          <p:cNvPr id="349" name="section-title-28" descr="scene-id=section-title-28;classification=native_text">
            <a:extLst>
              <a:ext uri="{FF2B5EF4-FFF2-40B4-BE49-F238E27FC236}">
                <a16:creationId xmlns:a16="http://schemas.microsoft.com/office/drawing/2014/main" id="{BED8A445-CFBF-7CB2-D43D-F724367F10BF}"/>
              </a:ext>
            </a:extLst>
          </p:cNvPr>
          <p:cNvSpPr txBox="1"/>
          <p:nvPr/>
        </p:nvSpPr>
        <p:spPr>
          <a:xfrm>
            <a:off x="4757943" y="1639798"/>
            <a:ext cx="1822966" cy="3133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区域级与总规级协同推演</a:t>
            </a:r>
          </a:p>
        </p:txBody>
      </p:sp>
      <p:sp>
        <p:nvSpPr>
          <p:cNvPr id="350" name="section-title-34" descr="scene-id=section-title-34;classification=native_text">
            <a:extLst>
              <a:ext uri="{FF2B5EF4-FFF2-40B4-BE49-F238E27FC236}">
                <a16:creationId xmlns:a16="http://schemas.microsoft.com/office/drawing/2014/main" id="{C26870AC-6D0A-5CFE-B45D-B5025AB6E764}"/>
              </a:ext>
            </a:extLst>
          </p:cNvPr>
          <p:cNvSpPr txBox="1"/>
          <p:nvPr/>
        </p:nvSpPr>
        <p:spPr>
          <a:xfrm>
            <a:off x="9289838" y="1639798"/>
            <a:ext cx="1822966" cy="3133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详规级协同推演</a:t>
            </a:r>
          </a:p>
        </p:txBody>
      </p:sp>
      <p:sp>
        <p:nvSpPr>
          <p:cNvPr id="351" name="shield-check-342" descr="scene-id=shield-check-342;classification=native_text">
            <a:extLst>
              <a:ext uri="{FF2B5EF4-FFF2-40B4-BE49-F238E27FC236}">
                <a16:creationId xmlns:a16="http://schemas.microsoft.com/office/drawing/2014/main" id="{4DD208D3-9027-0930-C9FB-DAE5E74F867E}"/>
              </a:ext>
            </a:extLst>
          </p:cNvPr>
          <p:cNvSpPr txBox="1"/>
          <p:nvPr/>
        </p:nvSpPr>
        <p:spPr>
          <a:xfrm>
            <a:off x="11433646" y="5079730"/>
            <a:ext cx="175005" cy="14576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352" name="subtitle-7" descr="scene-id=subtitle-7;classification=native_text">
            <a:extLst>
              <a:ext uri="{FF2B5EF4-FFF2-40B4-BE49-F238E27FC236}">
                <a16:creationId xmlns:a16="http://schemas.microsoft.com/office/drawing/2014/main" id="{DAEFABDA-9067-ECD5-52A2-099EC3D310B4}"/>
              </a:ext>
            </a:extLst>
          </p:cNvPr>
          <p:cNvSpPr txBox="1"/>
          <p:nvPr/>
        </p:nvSpPr>
        <p:spPr>
          <a:xfrm>
            <a:off x="211464" y="568463"/>
            <a:ext cx="9479426" cy="40084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3.3 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构建 “交通</a:t>
            </a:r>
            <a:r>
              <a:rPr lang="en-US" altLang="zh-CN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2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空间协同推演” 多层级模型支撑平台</a:t>
            </a:r>
          </a:p>
        </p:txBody>
      </p:sp>
      <p:sp>
        <p:nvSpPr>
          <p:cNvPr id="353" name="vertical-dots-39" descr="scene-id=vertical-dots-39;classification=native_text">
            <a:extLst>
              <a:ext uri="{FF2B5EF4-FFF2-40B4-BE49-F238E27FC236}">
                <a16:creationId xmlns:a16="http://schemas.microsoft.com/office/drawing/2014/main" id="{A3C188DE-3B3D-0323-0DAC-4CF007CFE2E4}"/>
              </a:ext>
            </a:extLst>
          </p:cNvPr>
          <p:cNvSpPr txBox="1"/>
          <p:nvPr/>
        </p:nvSpPr>
        <p:spPr>
          <a:xfrm>
            <a:off x="918775" y="2419613"/>
            <a:ext cx="87502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⋮</a:t>
            </a:r>
          </a:p>
        </p:txBody>
      </p:sp>
      <p:sp>
        <p:nvSpPr>
          <p:cNvPr id="354" name="vertical-dots-51" descr="scene-id=vertical-dots-51;classification=native_text">
            <a:extLst>
              <a:ext uri="{FF2B5EF4-FFF2-40B4-BE49-F238E27FC236}">
                <a16:creationId xmlns:a16="http://schemas.microsoft.com/office/drawing/2014/main" id="{B3956B33-E81F-970A-08F9-FB9CFE3067DF}"/>
              </a:ext>
            </a:extLst>
          </p:cNvPr>
          <p:cNvSpPr txBox="1"/>
          <p:nvPr/>
        </p:nvSpPr>
        <p:spPr>
          <a:xfrm>
            <a:off x="918775" y="2893333"/>
            <a:ext cx="87502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⋮</a:t>
            </a:r>
          </a:p>
        </p:txBody>
      </p:sp>
      <p:sp>
        <p:nvSpPr>
          <p:cNvPr id="355" name="vertical-dots-58" descr="scene-id=vertical-dots-58;classification=native_text">
            <a:extLst>
              <a:ext uri="{FF2B5EF4-FFF2-40B4-BE49-F238E27FC236}">
                <a16:creationId xmlns:a16="http://schemas.microsoft.com/office/drawing/2014/main" id="{D43B7063-FFEB-8CED-97C9-63F7B816A75A}"/>
              </a:ext>
            </a:extLst>
          </p:cNvPr>
          <p:cNvSpPr txBox="1"/>
          <p:nvPr/>
        </p:nvSpPr>
        <p:spPr>
          <a:xfrm>
            <a:off x="918775" y="3352476"/>
            <a:ext cx="87502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500" b="1">
                <a:solidFill>
                  <a:srgbClr val="0A52B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⋮</a:t>
            </a:r>
          </a:p>
        </p:txBody>
      </p:sp>
      <p:sp>
        <p:nvSpPr>
          <p:cNvPr id="356" name="check-label-84" descr="scene-id=check-label-84;classification=native_text">
            <a:extLst>
              <a:ext uri="{FF2B5EF4-FFF2-40B4-BE49-F238E27FC236}">
                <a16:creationId xmlns:a16="http://schemas.microsoft.com/office/drawing/2014/main" id="{07D53DB5-5D95-F556-AEC1-E803D7FF70A7}"/>
              </a:ext>
            </a:extLst>
          </p:cNvPr>
          <p:cNvSpPr txBox="1"/>
          <p:nvPr/>
        </p:nvSpPr>
        <p:spPr>
          <a:xfrm>
            <a:off x="532306" y="4008395"/>
            <a:ext cx="2333397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4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基于数据库底座与多模型融合</a:t>
            </a:r>
          </a:p>
        </p:txBody>
      </p:sp>
      <p:sp>
        <p:nvSpPr>
          <p:cNvPr id="357" name="check-label-87" descr="scene-id=check-label-87;classification=native_text">
            <a:extLst>
              <a:ext uri="{FF2B5EF4-FFF2-40B4-BE49-F238E27FC236}">
                <a16:creationId xmlns:a16="http://schemas.microsoft.com/office/drawing/2014/main" id="{375D5667-2D61-0EFD-EEA6-D30E5881CD1C}"/>
              </a:ext>
            </a:extLst>
          </p:cNvPr>
          <p:cNvSpPr txBox="1"/>
          <p:nvPr/>
        </p:nvSpPr>
        <p:spPr>
          <a:xfrm>
            <a:off x="532306" y="4205171"/>
            <a:ext cx="2333397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104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支撑多尺度交通</a:t>
            </a:r>
            <a:r>
              <a:rPr lang="en-US" altLang="zh-CN" sz="104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104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空间协同治理</a:t>
            </a:r>
          </a:p>
        </p:txBody>
      </p:sp>
      <p:sp>
        <p:nvSpPr>
          <p:cNvPr id="358" name="check-label-90" descr="scene-id=check-label-90;classification=native_text">
            <a:extLst>
              <a:ext uri="{FF2B5EF4-FFF2-40B4-BE49-F238E27FC236}">
                <a16:creationId xmlns:a16="http://schemas.microsoft.com/office/drawing/2014/main" id="{DABC80F2-2D23-E985-93C9-B601AF778686}"/>
              </a:ext>
            </a:extLst>
          </p:cNvPr>
          <p:cNvSpPr txBox="1"/>
          <p:nvPr/>
        </p:nvSpPr>
        <p:spPr>
          <a:xfrm>
            <a:off x="532306" y="4401947"/>
            <a:ext cx="306258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5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</a:t>
            </a:r>
          </a:p>
        </p:txBody>
      </p:sp>
      <p:sp>
        <p:nvSpPr>
          <p:cNvPr id="359" name="check-mark-83" descr="scene-id=check-mark-83;classification=native_text">
            <a:extLst>
              <a:ext uri="{FF2B5EF4-FFF2-40B4-BE49-F238E27FC236}">
                <a16:creationId xmlns:a16="http://schemas.microsoft.com/office/drawing/2014/main" id="{1F1641AE-EAC5-DC50-BD0B-3690F34AF320}"/>
              </a:ext>
            </a:extLst>
          </p:cNvPr>
          <p:cNvSpPr txBox="1"/>
          <p:nvPr/>
        </p:nvSpPr>
        <p:spPr>
          <a:xfrm>
            <a:off x="328134" y="4022971"/>
            <a:ext cx="13125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360" name="check-mark-86" descr="scene-id=check-mark-86;classification=native_text">
            <a:extLst>
              <a:ext uri="{FF2B5EF4-FFF2-40B4-BE49-F238E27FC236}">
                <a16:creationId xmlns:a16="http://schemas.microsoft.com/office/drawing/2014/main" id="{574509A1-C8DE-B8BB-49EC-BC6D9F6AFB6D}"/>
              </a:ext>
            </a:extLst>
          </p:cNvPr>
          <p:cNvSpPr txBox="1"/>
          <p:nvPr/>
        </p:nvSpPr>
        <p:spPr>
          <a:xfrm>
            <a:off x="328134" y="4219747"/>
            <a:ext cx="13125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361" name="check-mark-89" descr="scene-id=check-mark-89;classification=native_text">
            <a:extLst>
              <a:ext uri="{FF2B5EF4-FFF2-40B4-BE49-F238E27FC236}">
                <a16:creationId xmlns:a16="http://schemas.microsoft.com/office/drawing/2014/main" id="{A302A625-31F3-7BE0-39B7-E6959ED47346}"/>
              </a:ext>
            </a:extLst>
          </p:cNvPr>
          <p:cNvSpPr txBox="1"/>
          <p:nvPr/>
        </p:nvSpPr>
        <p:spPr>
          <a:xfrm>
            <a:off x="328134" y="4416523"/>
            <a:ext cx="131254" cy="13118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9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✓</a:t>
            </a:r>
          </a:p>
        </p:txBody>
      </p:sp>
      <p:sp>
        <p:nvSpPr>
          <p:cNvPr id="362" name="check-orange-91" descr="scene-id=check-orange-91;classification=native_text">
            <a:extLst>
              <a:ext uri="{FF2B5EF4-FFF2-40B4-BE49-F238E27FC236}">
                <a16:creationId xmlns:a16="http://schemas.microsoft.com/office/drawing/2014/main" id="{2997D71B-9C3A-6208-95AD-68209C188895}"/>
              </a:ext>
            </a:extLst>
          </p:cNvPr>
          <p:cNvSpPr txBox="1"/>
          <p:nvPr/>
        </p:nvSpPr>
        <p:spPr>
          <a:xfrm>
            <a:off x="838565" y="4401947"/>
            <a:ext cx="1720880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5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“技术输入</a:t>
            </a:r>
            <a:r>
              <a:rPr lang="en-US" altLang="zh-CN" sz="95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95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推演分析</a:t>
            </a:r>
            <a:r>
              <a:rPr lang="en-US" altLang="zh-CN" sz="95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</a:t>
            </a:r>
            <a:r>
              <a:rPr lang="zh-CN" altLang="en-US" sz="950" b="1">
                <a:solidFill>
                  <a:srgbClr val="F25A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决策反馈”</a:t>
            </a:r>
          </a:p>
        </p:txBody>
      </p:sp>
      <p:sp>
        <p:nvSpPr>
          <p:cNvPr id="363" name="check-tail-92" descr="scene-id=check-tail-92;classification=native_text">
            <a:extLst>
              <a:ext uri="{FF2B5EF4-FFF2-40B4-BE49-F238E27FC236}">
                <a16:creationId xmlns:a16="http://schemas.microsoft.com/office/drawing/2014/main" id="{F0671922-2E07-F833-DCCC-5505FFB60C26}"/>
              </a:ext>
            </a:extLst>
          </p:cNvPr>
          <p:cNvSpPr txBox="1"/>
          <p:nvPr/>
        </p:nvSpPr>
        <p:spPr>
          <a:xfrm>
            <a:off x="2632364" y="4401947"/>
            <a:ext cx="247923" cy="174912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lang="zh-CN" altLang="en-US" sz="95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闭环</a:t>
            </a:r>
          </a:p>
        </p:txBody>
      </p:sp>
      <p:sp>
        <p:nvSpPr>
          <p:cNvPr id="364" name="number-259" descr="scene-id=number-259;classification=native_text">
            <a:extLst>
              <a:ext uri="{FF2B5EF4-FFF2-40B4-BE49-F238E27FC236}">
                <a16:creationId xmlns:a16="http://schemas.microsoft.com/office/drawing/2014/main" id="{5C3113B8-A79A-CB79-1CA8-6F4BCF6C99F1}"/>
              </a:ext>
            </a:extLst>
          </p:cNvPr>
          <p:cNvSpPr txBox="1"/>
          <p:nvPr/>
        </p:nvSpPr>
        <p:spPr>
          <a:xfrm>
            <a:off x="488555" y="4882954"/>
            <a:ext cx="204172" cy="20406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073D9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endParaRPr lang="zh-CN" altLang="en-US" sz="1300" b="1">
              <a:solidFill>
                <a:srgbClr val="073D9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309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宽屏</PresentationFormat>
  <Paragraphs>101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Segoe UI Symbol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花钱 零</dc:creator>
  <cp:lastModifiedBy>花钱 零</cp:lastModifiedBy>
  <cp:revision>2</cp:revision>
  <dcterms:created xsi:type="dcterms:W3CDTF">2026-07-22T04:35:36Z</dcterms:created>
  <dcterms:modified xsi:type="dcterms:W3CDTF">2026-07-22T04:38:31Z</dcterms:modified>
</cp:coreProperties>
</file>